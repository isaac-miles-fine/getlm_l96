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1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19"/>
    <p:restoredTop sz="94689"/>
  </p:normalViewPr>
  <p:slideViewPr>
    <p:cSldViewPr snapToGrid="0">
      <p:cViewPr varScale="1">
        <p:scale>
          <a:sx n="127" d="100"/>
          <a:sy n="127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53:28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33:03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36:23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24575,'4'1'0,"-1"0"0,-2 0 0,0 0 0,0 0 0,0-1 0,1 1 0,0 0 0,0 0 0,0 0 0,0-1 0,-1 1 0,1-1 0,0 0 0,0 1 0,0 0 0,-1-1 0,1 1 0,0-1 0,0 0 0,0 0 0,0 0 0,0 0 0,0 1 0,0 0 0,1 0 0,-2 0 0,1 0 0,-1-1 0,1 1 0,0-1 0,0 1 0,0-1 0,0 1 0,0 0 0,1 0 0,-1 0 0,0-1 0,0 1 0,1 0 0,-1 0 0,0 0 0,1 0 0,0 0 0,0 0 0,0 0 0,1 0 0,0 0 0,0-1 0,-1 1 0,1-1 0,-2 1 0,0-1 0,0 1 0,0-1 0,1 0 0,-1 0 0,-1 1 0,1-1 0,0 1 0,-1 0 0,1 0 0,-1-1 0,2 0 0,-1 0 0,0 0 0,0 0 0,0 0 0,0 0 0,0 0 0,0 0 0,0 0 0,1 0 0,-1 0 0,0 0 0,1 0 0,-1 0 0,0 0 0,1 0 0,-1 0 0,0 0 0,1 0 0,-1 0 0,0 0 0,0 1 0,1-1 0,-1 1 0,0-1 0,1 0 0,-1 1 0,0 0 0,0-1 0,1 1 0,-1 0 0,0-1 0,0 1 0,0 0 0,0 0 0,0 0 0,1 0 0,0 0 0,0-1 0,0 1 0,-1-1 0,1 1 0,0 0 0,0-1 0,0 1 0,0 0 0,0 0 0,0 0 0,0-1 0,0 1 0,0-1 0,0 0 0,0 1 0,0 0 0,-1-1 0,0 1 0,1-1 0,-1 0 0,0 0 0,0 0 0,0 0 0,0 0 0,0 0 0,0 0 0,1 0 0,-1 0 0,0 0 0,1 0 0,0 0 0,2 0 0,0 0 0,0 0 0,0 0 0,0 0 0,1 0 0,0 0 0,0 0 0,0 0 0,0 0 0,0 0 0,0 0 0,-1 0 0,-1 0 0,1 0 0,-1 0 0,1 0 0,0 0 0,0 0 0,0 0 0,0 0 0,1 0 0,-3 0 0,1 0 0,-2 0 0,0 0 0,0 0 0,1 0 0,-1 0 0,0 0 0,1 0 0,0 0 0,0 0 0,1 0 0,2 0 0,6 0 0,2 0 0,2 0 0,0 0 0,-2 0 0,0 0 0,-1 0 0,-2 0 0,-1 0 0,-2 0 0,-1 0 0,-1 0 0,-1 0 0,-1 0 0,-1 0 0,-1 0 0,0 0 0,0 0 0,0 0 0,1 0 0,1 0 0,3-1 0,3 1 0,0-1 0,1 0 0,-3 0 0,-1 0 0,0 0 0,-2 1 0,0 0 0,-2 0 0,0-1 0,-1 0 0,0 1 0,0 0 0,1 0 0,-1 0 0,0 0 0,0 0 0,0 0 0,1 0 0,2 0 0,-1 0 0,1 0 0,0 0 0,1 0 0,0 0 0,-1 0 0,0 0 0,-1 0 0,1 0 0,-1 0 0,-1-1 0,0 1 0,-1-1 0,1 0 0,-1 1 0,0 0 0,0 0 0,1 0 0,-1 0 0,0 0 0,3 0 0,-1 0 0,4-1 0,-2-1 0,0 1 0,-1 0 0,-1 0 0,0 0 0,-1 0 0,0 0 0,-1 0 0,0 0 0,-1 1 0,1-1 0,1 0 0,-1 1 0,0-1 0,0 0 0,0 0 0,-1-1 0,-1 1 0,1 0 0,1 0 0,-1 1 0,1 0 0,1 0 0,-1 0 0,0 0 0,0-1 0,1 1 0,-1-1 0,0 0 0,0 0 0,-1 0 0,0-1 0,1 1 0,-1-1 0,1 1 0,0 0 0,-1 1 0,1-1 0,-1 0 0,1 0 0,-1 1 0,1-1 0,1 1 0,-1-1 0,1 0 0,0 1 0,-1 0 0,1 0 0,-1 0 0,1 0 0,1 0 0,0 0 0,0 0 0,-1 0 0,-1 0 0,1 0 0,-1 0 0,0 0 0,1 0 0,-1 0 0,-2 1 0,-3-1 0,1 0 0,-2 0 0,3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36:29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24575,'5'0'0,"0"0"0,0 0 0,-1 0 0,3 0 0,-3 0 0,1 0 0,-1 0 0,-1 0 0,1 1 0,-1-1 0,0 1 0,1 1 0,-1-1 0,1 0 0,0 0 0,-1 0 0,1 0 0,-1 0 0,0 0 0,0-1 0,0 1 0,-1-1 0,1 1 0,-1-1 0,0 1 0,1 0 0,-1-1 0,0 1 0,1-1 0,-1 0 0,0 0 0,0 1 0,1-1 0,-1 1 0,0-1 0,1 0 0,-1 0 0,0 0 0,1 0 0,-1 0 0,0 1 0,0-1 0,1 1 0,-1-1 0,1 0 0,-1 1 0,1-1 0,-1 1 0,1-1 0,-1 0 0,0 1 0,0-1 0,1 1 0,-1 0 0,0 0 0,0-1 0,1 1 0,-1 0 0,0-1 0,0 1 0,0-1 0,0 0 0,0 0 0,0 0 0,0 0 0,0 0 0,1 1 0,-1-1 0,0 1 0,0-1 0,1 0 0,-1 1 0,1-1 0,0 1 0,0-1 0,0 1 0,-1-1 0,1 1 0,-1 0 0,0-1 0,1 1 0,-1 0 0,0 0 0,1-1 0,-1 1 0,1 0 0,-1 0 0,1 0 0,-1 0 0,1 1 0,0-1 0,0 1 0,1-1 0,-1 0 0,1 0 0,-1 0 0,0-1 0,1 1 0,-1-1 0,1 0 0,-1 1 0,1 0 0,-1-1 0,1 0 0,0 0 0,-1 0 0,0 0 0,-1 0 0,1 0 0,0 0 0,0 0 0,0 0 0,-1 0 0,1 0 0,-1 0 0,0 0 0,0 0 0,0 0 0,0 0 0,0 0 0,1 0 0,-1 0 0,0 0 0,0 0 0,1 0 0,-1 0 0,1 0 0,-1 0 0,0 0 0,0 0 0,1 0 0,-1 1 0,-1 0 0,1-1 0,-1 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36:41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24575,'0'6'0,"0"1"0,0-3 0,0 0 0,0-1 0,0 0 0,1 0 0,-1-1 0,1 1 0,0 0 0,0 0 0,0 0 0,-1 0 0,1-1 0,-1 0 0,0 0 0,1 1 0,0-1 0,0 0 0,0 0 0,0 0 0,0 0 0,-1 0 0,1 0 0,0 0 0,0-1 0,-1 1 0,0 0 0,0 0 0,0 1 0,0-1 0,0 1 0,0 1 0,0 0 0,0 1 0,0 0 0,0-1 0,0 0 0,0-1 0,0 0 0,0 0 0,0-2 0,0-4 0,0 1 0,0-4 0,0 2 0,0 2 0,0-2 0,0 2 0,0 0 0,0 0 0,0-1 0,0 1 0,0 0 0,0 0 0,0-1 0,0 1 0,0 0 0,0 0 0,0 0 0,0 0 0,0 0 0,0-1 0,0 1 0,0 0 0,0-1 0,0 1 0,0-1 0,0 0 0,0 1 0,0-1 0,-1 1 0,0 0 0,0-1 0,0 1 0,1 0 0,0 0 0,-1 0 0,1 1 0,-2 0 0,1 0 0,0 0 0,0-1 0,0 1 0,0 0 0,0 0 0,0 0 0,0 0 0,-1 0 0,1 1 0,-1 0 0,-1 0 0,1 0 0,0 0 0,0 0 0,0 1 0,1 0 0,0 1 0,3-1 0,0 0 0,2 1 0,1-1 0,0 0 0,1 2 0,-2-2 0,1 0 0,0 1 0,-1-2 0,2 1 0,-3-1 0,1 1 0,0 0 0,-1-1 0,1 0 0,-1 0 0,0 0 0,0 0 0,0 0 0,0 0 0,0 0 0,0 0 0,0 0 0,-1 0 0,1 0 0,-1 0 0,0 0 0,0 1 0,1-1 0,-1 1 0,0-1 0,1 0 0,-1 0 0,0 0 0,1 0 0,-1 0 0,0 0 0,0 0 0,0 0 0,0 0 0,0 0 0,0 0 0,1 0 0,-1 0 0,0 0 0,1 0 0,-1 0 0,0 1 0,0-1 0,1 1 0,-1 0 0,0 0 0,0 0 0,-1 0 0,0 1 0,0-1 0,0 1 0,-1 0 0,0 0 0,0 0 0,0 0 0,0 0 0,0 0 0,0 0 0,0 0 0,-2 0 0,0-1 0,-1-1 0,0 1 0,1-1 0,0 0 0,-1 0 0,1 0 0,0 0 0,-1 0 0,1 0 0,0 0 0,0 0 0,0 0 0,0 0 0,1 0 0,4 0 0,-1 0 0,4 0 0,-2 0 0,1 0 0,1 0 0,2 0 0,-2 0 0,1 0 0,0 0 0,-1 0 0,0 0 0,-1 0 0,1 0 0,-2 0 0,0 0 0,-1 0 0,0 0 0,-1 0 0,0 0 0,1 0 0,-1 0 0,0 0 0,0 0 0,1 0 0,-1 0 0,0 0 0,0 0 0,0 0 0,0 0 0,0 0 0,-6 3 0,1-2 0,-4 1 0,2-1 0,-1 0 0,1 0 0,0-1 0,2 0 0,-1 1 0,0-1 0,0 1 0,-1-1 0,0 1 0,0 0 0,0-1 0,-1 1 0,1-1 0,-1 1 0,0 0 0,0-1 0,0 0 0,1 1 0,0-1 0,0 0 0,0 0 0,-1 1 0,2-1 0,-1 1 0,2-1 0,-1 0 0,1 0 0,1 0 0,0 0 0,1 0 0,-1 0 0,0 0 0,0 0 0,-1 0 0,0 0 0,1 0 0,0 0 0,1-1 0,-1 0 0,0 1 0,0 0 0,0-1 0,0 1 0,0-1 0,0 0 0,0 0 0,1 0 0,0 0 0,-1 0 0,0 1 0,1-1 0,-1 1 0,1-1 0,-1 1 0,0 0 0,0 0 0,-1 0 0,1 0 0,0 0 0,0 0 0,0 0 0,0 0 0,0 0 0,0-1 0,1 0 0,0 0 0,1-2 0,0 1 0,-1 1 0,0-1 0,0 0 0,0 0 0,1-1 0,0 1 0,0 0 0,0-1 0,0 1 0,0 0 0,1 1 0,-1-1 0,1 0 0,-1 0 0,0-1 0,0 1 0,0 0 0,0 6 0,0-1 0,-1 4 0,1-5 0,-1 1 0,0-1 0,1 1 0,0-1 0,0 1 0,0-1 0,0 0 0,0 0 0,0 1 0,0-1 0,0 0 0,0 0 0,0 0 0,0 0 0,1 0 0,0-1 0,0 0 0,0 0 0,0 0 0,0 1 0,-1-1 0,1 1 0,-1 0 0,0 0 0,0 0 0,0 0 0,0 1 0,0-2 0,0 2 0,0-1 0,0 0 0,0 0 0,-2-1 0,1-1 0,-1 0 0,0 0 0,1-1 0,0-1 0,0-1 0,1 0 0,-1 0 0,1-1 0,-1 2 0,1-2 0,-1 1 0,1 0 0,-1 0 0,0-1 0,1 1 0,-1 1 0,0-1 0,1 1 0,-1 0 0,0-1 0,0 1 0,1 0 0,0-1 0,-1 1 0,0 0 0,1 0 0,-1 0 0,1 6 0,0-1 0,0 3 0,0-3 0,0 0 0,0 0 0,0 0 0,0 0 0,0-1 0,0 0 0,0 1 0,0-1 0,0 0 0,0 1 0,0-1 0,0 0 0,0 1 0,0-1 0,0 0 0,0 0 0,0 0 0,0 0 0,0 0 0,0 0 0,0 0 0,0 1 0,0-1 0,0 0 0,0 0 0,0 0 0,0 1 0,0-1 0,0 1 0,0-1 0,0 1 0,0-1 0,0 0 0,0 1 0,0-2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5:36:52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1 125 24575,'4'0'0,"0"0"0,0 0 0,0 0 0,1 0 0,1 0 0,-2 0 0,2 0 0,-1 0 0,2 0 0,0 0 0,1 1 0,-2-1 0,-1 1 0,1 0 0,0 0 0,0 0 0,0-1 0,-1 1 0,0 0 0,0-1 0,0 1 0,-1-1 0,1 1 0,-1 0 0,1-1 0,-1 0 0,0 0 0,1 0 0,0 1 0,0 0 0,-1-1 0,0 1 0,-1-1 0,1 0 0,0 1 0,-1-1 0,1 1 0,-1-1 0,-1 0 0,1 0 0,-1 0 0,0 0 0,1 0 0,-1 0 0,0 0 0,1 0 0,-1 0 0,0 0 0,1 0 0,-1 0 0,0 0 0,1 0 0,-1 0 0,0 0 0,0 0 0,1 0 0,-1 0 0,0 0 0,1 0 0,0 0 0,-1 0 0,1 0 0,-1 0 0,0 0 0,0 0 0,1 0 0,-1 0 0,0 0 0,1 0 0,-1 0 0,0 0 0,0 0 0,1 0 0,0 0 0,0 0 0,0 0 0,0 0 0,0 0 0,0 0 0,0 0 0,0 0 0,1 0 0,0 0 0,0 0 0,1 0 0,-2 0 0,2 0 0,-1 0 0,0 0 0,1 0 0,-1 0 0,0 0 0,0 0 0,0 0 0,1 0 0,1 0 0,0 0 0,-1 0 0,0 0 0,-1 0 0,1 0 0,0 0 0,0 0 0,-1 0 0,0 0 0,0 0 0,-1 0 0,1 0 0,-1 0 0,-1 0 0,0 0 0,1 0 0,-1 0 0,0 0 0,0 0 0,1 0 0,0 0 0,0 0 0,-1 0 0,0 0 0,0 0 0,0 0 0,1 0 0,-3 0 0,-2-1 0,-2 0 0,-2 1 0,-2 0 0,0 0 0,1 0 0,-1 0 0,3 0 0,-1 0 0,1 0 0,-2 0 0,1 0 0,-4 0 0,-2 0 0,0 0 0,0 0 0,5 0 0,0 0 0,1 0 0,1 0 0,1 0 0,1 0 0,1 0 0,-1 0 0,1 0 0,0 0 0,0 1 0,0-1 0,0 1 0,-1 0 0,0 0 0,0-1 0,0 1 0,0 0 0,-1 0 0,0 0 0,-1 1 0,1-1 0,-1 0 0,1 1 0,0 0 0,-2-1 0,1 1 0,0 1 0,-1-1 0,0 0 0,0 0 0,0-1 0,2 0 0,-1 0 0,2 0 0,0 0 0,1-1 0,7 0 0,-2 0 0,7 0 0,-5 0 0,2 0 0,0 0 0,0 0 0,1 0 0,0-1 0,1-1 0,0 1 0,2-1 0,-1 0 0,1 1 0,-1-2 0,-2 2 0,-1 0 0,-1 0 0,-1 1 0,0-2 0,-1 1 0,-1 1 0,0-1 0,-1 0 0,1 0 0,-1-1 0,0 1 0,-1-1 0,0 0 0,1 0 0,-1-1 0,1 0 0,-1 0 0,1 1 0,1 0 0,-2-1 0,1 1 0,0 0 0,-1-1 0,0 1 0,1 1 0,1-2 0,-1 1 0,1-1 0,-1 2 0,0-1 0,0 0 0,1 1 0,-1-1 0,0 1 0,1 0 0,-2 0 0,-5 0 0,-1 0 0,-4 1 0,2 0 0,1 0 0,0 0 0,1 1 0,-1 0 0,0-1 0,1 1 0,0-1 0,0 1 0,0 0 0,-1-1 0,0 0 0,0 1 0,0 0 0,0 0 0,0 0 0,0-1 0,0 1 0,0 0 0,1 0 0,1 0 0,-1 0 0,1-1 0,1 1 0,0-1 0,0 1 0,0 0 0,0-1 0,-1 1 0,2-1 0,-1 2 0,3-2 0,3 1 0,-1 0 0,4-1 0,-3 0 0,3-1 0,-2 1 0,3-1 0,-3 0 0,0 0 0,0 0 0,0 0 0,1 1 0,1-1 0,0 0 0,1 0 0,-1 0 0,1 0 0,-1 0 0,0 0 0,0 0 0,-1 1 0,0 0 0,-1-1 0,-1 1 0,0-1 0,0 1 0,0 0 0,0 0 0,-1 0 0,1 0 0,0 0 0,0 0 0,0 0 0,0 0 0,0 0 0,0 0 0,0 0 0,1-1 0,-1 1 0,1-1 0,0 0 0,0 1 0,1 0 0,-1-1 0,0 1 0,-1-1 0,0 0 0,0 1 0,0-1 0,0 1 0,1-1 0,-1 0 0,0 1 0,0-1 0,0 1 0,-1 0 0,0 0 0,0 0 0,1 0 0,-1 0 0,0 0 0,0 1 0,0 0 0,-1 2 0,-1-1 0,0 1 0,0-1 0,0 2 0,0-1 0,0 2 0,0-1 0,0 1 0,0 0 0,0-1 0,0-1 0,0-1 0,0 1 0,0-1 0,0 1 0,0-1 0,0 1 0,0 0 0,0 0 0,0-1 0,0 0 0,1 1 0,0 0 0,0 0 0,0 0 0,0 0 0,-1-1 0,1 0 0,-1 1 0,1-1 0,-1 0 0,0-1 0,0-5 0,0 2 0,0-5 0,0 5 0,0-2 0,1 2 0,-1-1 0,1-1 0,0 1 0,0-1 0,1 1 0,-1-1 0,1 0 0,-1 1 0,1 0 0,-1 0 0,1 0 0,-1 0 0,1 0 0,0 0 0,-1 1 0,-1-1 0,0 1 0,0 0 0,0 0 0,1-1 0,0 0 0,0 0 0,0 0 0,0 0 0,0-1 0,0 0 0,1 1 0,-1-1 0,0 1 0,0 1 0,0-1 0,0 1 0,-1-1 0,0 1 0,0 0 0,0 0 0,0-1 0,0 0 0,1 1 0,0-1 0,0 1 0,0 0 0,0 0 0,-1-1 0,1 1 0,0 0 0,-1-1 0,0 1 0,0 0 0,0-1 0,0 1 0,1 0 0,-1-1 0,1 1 0,-1 0 0,1-1 0,0 1 0,-1 0 0,0 0 0,0-1 0,0 2 0,-1 0 0,-1 0 0,0 2 0,0 1 0,-1 2 0,1 0 0,0-1 0,1 1 0,1 0 0,-1-2 0,0 1 0,1-1 0,-1 0 0,1 0 0,0 1 0,0-1 0,0 0 0,0 0 0,0 1 0,0-1 0,0 0 0,0 1 0,-1-1 0,1 0 0,0 1 0,0-1 0,0 0 0,0 1 0,0-1 0,0 0 0,0 1 0,0-1 0,0 0 0,0 0 0,0 1 0,0 0 0,0 1 0,0 0 0,0 1 0,0-1 0,0 1 0,0-1 0,-1 0 0,0 0 0,0 0 0,1 0 0,-1-1 0,0 1 0,1 0 0,-1 0 0,0 1 0,1-1 0,0 1 0,0-1 0,0 0 0,-1 1 0,0-1 0,1 0 0,-1-1 0,1-1 0,0 0 0,0 1 0,0-1 0,0 0 0,0 0 0,0 1 0,0-1 0,-1 0 0,1 0 0,-1 0 0,0 0 0,1 0 0,0 0 0,-2-1 0,1-1 0,1-2 0,-1-1 0,1-1 0,0-1 0,0 1 0,0 1 0,0-1 0,0 1 0,0 0 0,0 1 0,0-1 0,2-1 0,0 1 0,2-2 0,0 2 0,1-1 0,0 0 0,0 0 0,-1 0 0,0 0 0,0 1 0,-2 1 0,1 0 0,-1 1 0,0 0 0,-1 1 0,1 1 0,-1-1 0,2 0 0,-1 0 0,0 0 0,0 0 0,0 0 0,0 0 0,1 0 0,-1 0 0,0 0 0,-1 1 0,1-1 0,-1 1 0,1-1 0,0 0 0,0 0 0,0 0 0,0 0 0,0 0 0,-1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6674-7DD0-55F8-5DB3-318AB0885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E29FD-6ABE-628D-9AF4-86869436F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6D0E-7632-F3DE-0FA4-376FEB4A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F6597-5645-E25C-25FF-2D0B1D03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EF173-3749-15EB-D52F-69B272AB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2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E5CE-6E5B-3D7C-4EB0-71492464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E6BF8-3BEB-20D3-F1BB-AFDC3880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438B-F06D-2752-A0CA-23EC6386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C0C2A-8820-953B-ED25-7B02555C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93D03-B111-2777-BFF0-077A0F65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09C2-7F99-F64C-1F1D-8F4585DB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10643-136D-AACB-7A26-8305ACB0C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DDA3-D8FC-4A10-642D-12DB5C1B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1D41B-DC9D-B348-556D-F1ED43F2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192D2-59D6-DFDB-24CE-A98465C4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0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271F-EE32-36FF-5750-ED43749E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8A6A4-11C4-64A2-58C1-BACF35AE7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D3BEB-2185-6537-F163-D63AC0D3B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BA0E2-6D1B-B2BE-ADCD-3C371D2E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51887-D514-02F2-D5D7-70BBA199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22C9F-F051-E727-8EFA-28A9876A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3085-36D1-F518-EE7A-CA555CB4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C37C3-D0F6-9ED0-594C-68A62FE6B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C0B4F-E260-5D74-40B2-B6444E643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D1348-76F4-F041-905F-5E6A896C8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A07E2D-A7F4-8FD4-0C49-F937555DD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FEB49-C52C-6606-DEBB-02CBC363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B4AED-FD1C-63C4-EC5A-56C457D4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33E0A-C64D-4B45-B251-4DCB306F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5067-9F1F-F7CB-24D6-19E4D2F2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F16C3-425F-E17F-8D0C-2389BC2C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43337-585B-87D1-4944-FF0F4602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A4486-EB18-3060-5471-2940FDE0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4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BC7DD-BB3A-8056-3521-E9A33D7D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78F2D-EC13-F8EA-142F-705E8F08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8F31C-74F9-6283-482D-B7FE5F52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3A70-FE1A-D1F4-8274-D6E4B80FC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7BF2-811D-F78C-1151-5C5429E24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B6DBF-1A8E-F7E7-8A64-78C6B0CB3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E971D-81BE-F9FD-B90E-B1636C84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FDAAE-D7F9-2B3C-3153-411267F6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10180-8FBD-DD77-21A8-CEC40A96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A475-F2C9-03EE-11AD-24E0A72A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F3634-3C80-0143-F8E4-A253080B2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2C6D5-8F64-30D0-F639-F73280F30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6F917-5AD8-8CB9-F765-2FA0DE67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D3EF5-CDD5-D38A-39AC-A7920F97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B27EA-AB67-E7E4-0D6F-BC9F452F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A980-AB51-62B0-DA84-6675A715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7EDB5-E912-843E-04E0-89CB100A4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E2F2A-0EDF-7A90-ED98-39BA60BE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1DF5-95E1-32A0-DCAF-59455AA0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A7CDA-863D-93AA-FB0C-E86FFFEC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3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BC2E8-B814-1407-F358-5AB0BDA85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443F0-8CB3-7750-AE39-B815BBC5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E83B-C59B-A1C5-5140-26ED7303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03721-0223-C3FB-5732-427FBDE9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4D02-F08B-C7B8-ACCD-B6698FC4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7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B286B-E3AF-7FC9-804F-F1CF1F71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89F85-2F05-F10C-8D7F-BF1539D7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66567-BB81-D8F8-A8AB-876EE58AE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03B51-10B1-EF48-9056-D232E53DF56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EE97B-90FA-1CBA-581F-458CB4152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8A149-3174-817F-CB66-997B6A784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C251A-B7F0-5A47-8749-95A5DB62E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4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12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9F62-D9D2-564E-CC1F-BF25F1AEF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572C2-5584-5AEC-B300-F08D4166F0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2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3187E95-1D77-F01E-DA89-7039C83B06A9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C66AF4-A925-9F2F-C878-476B9BED23B5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5FD645-DCF0-1394-B28D-5048271051AA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97D262-4A56-B65A-C52C-A7F68C37577F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E34101-F619-74B7-F28B-D2CFD9855503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E9E3EF-2543-1F03-B6FA-F9121461FC3D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6217F1-47E2-0520-8555-3BC214454645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E70AFE-5CED-DA93-DC9A-38B341C9EA44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EE2164-77FD-EF5B-EC7B-ADE933C156CC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8937E2-4E57-999F-0B11-51DBF121C093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79AC13-7A67-7C21-9CF7-542761E97B01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43F65A-60C2-9C9F-BA26-AC7C34823DD9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1319CD-90B4-EDEF-2BF7-3FD914A5A20A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687668-D4D5-C74E-F401-7F44147E3910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E44FE8-5805-536E-BE77-FF85BDF89743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4F5B49C-FE31-4CA9-2C48-DFC9A548EDB8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179F99-9B77-DDC3-8989-4E7A6BE79D74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0B2EE2-0C25-A4A0-7C9D-9244846F3211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54BBA8-E7C0-2A74-A01D-A9377DA93375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8E06B6-C9D4-1521-AFA1-822EF7F368BD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B5C9590-27D7-26C8-1038-A0771BF9E9EA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EA3B31-F0C0-05F0-A893-072E3B77C8AE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8BF0AB-6F78-90A4-7C30-C2BDE9ACC026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FAFBC23-3607-7B6D-B059-5CF828B6EDA4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0253FF-4601-DBF1-32C1-8907DF6E1511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01A994-30DD-7B6B-A550-E17CDE8033D6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D27DA0E-B0C9-56EF-996B-A761EEA6752B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F89EE3-8A78-B08D-A162-3CBB04B966FE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6933F39-17AC-F2EB-9C11-6B2E62D6B5FF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4F15E5-7540-BC64-8232-740C3794CB2F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3255CAF-F687-BB9B-D407-B97BEE895839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36D4B18-DCB2-4764-B77C-0258D748EE0B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59C1606-EB8F-6A0F-2051-1B940A33C468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9767D3-FBE8-E89A-CD1F-57667043162C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493C02-D5D8-54EB-7766-0C3711030809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86BFD16-A2A7-66F3-7A16-69D809D36BED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CA5ABC5-43F0-1281-D37E-1830482046F9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C43C270-DC23-739B-557D-1E4B3E7F16F6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B1F44C2-1863-4C0A-BB26-86ED128F81E0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1A6A73F-3CF0-E5D8-D2BB-8711FFF8AA3D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2E84DB5-D4FA-34F9-81BC-3B906F3696AD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14B04A-E39F-F134-2B8E-C84909EF7351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8DC786-AF93-FE4C-8FEC-3E6356CAC7B4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D7D6C3-A74E-D86E-7D9C-0B97BD454446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BFD946-545B-CB01-71E5-25C183A1C8C8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43B33B-2BF9-06F4-B561-9C5E22F821FB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1DB3EF-B102-A6CD-80F0-CD674D63D2D9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34EB96-57D6-7B0E-3F8E-9E2BCFCF4F87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E741A0-3935-FBAA-0A43-7B35436172BC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4B0C99-C5F1-13EB-B847-296C6FC82B18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EFC2EB-597C-5184-1467-17991B4A7774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201A1E-7A3C-B716-664D-479281202111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F8CF3A-FCEB-2A2E-A880-E4E35386C731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AA19BD-AC63-2CC5-2A7F-DE3DC30BA7A2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4F9F75-268C-724C-DA8F-197B39D2D32E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44F58-AACF-D4AF-29E0-4C6B57809D1E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1CB325-B8F4-3A04-CFE8-A0A2FA4D43E9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89F06-1CD8-2C5F-6FE4-B9694CC4B9B4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BAB6BE-8DF7-E4BB-D3C4-F53CDDCCA693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21B9174-3DEC-1B96-D83D-547E4757FAF9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6CC630-6707-0238-2EE9-193B02638929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CD3B09-CEA2-E777-FB9D-EF1423EE38BF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B5CD44-4F2F-E9EF-9209-BD17199FA4A6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C70DA4-0104-DB91-4E9E-176541BF2E77}"/>
              </a:ext>
            </a:extLst>
          </p:cNvPr>
          <p:cNvSpPr txBox="1"/>
          <p:nvPr/>
        </p:nvSpPr>
        <p:spPr>
          <a:xfrm>
            <a:off x="1785257" y="687977"/>
            <a:ext cx="198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stencil RK4</a:t>
            </a:r>
          </a:p>
        </p:txBody>
      </p:sp>
    </p:spTree>
    <p:extLst>
      <p:ext uri="{BB962C8B-B14F-4D97-AF65-F5344CB8AC3E}">
        <p14:creationId xmlns:p14="http://schemas.microsoft.com/office/powerpoint/2010/main" val="324893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E639-5EEA-F12C-7458-0B876474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C23646A-1A7F-CBE7-A281-662FFE0AB2E3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F0F036-0A5F-BD25-888D-FD402238343D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768B6F-EBD0-FFEB-1F29-06CE97B62A6B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C328B6-AF7A-CCB6-18D7-C37F53239EB4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273C50-3CD2-5B79-93C3-A6EEF1D15E68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60B45-4139-C889-4F06-8353EFB3BD1F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92C1F4-4288-93BB-A28E-2D9D3495C13D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FCE312-7360-F059-9177-B2161CEF75A9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1C4FB5-F5E5-967B-D9B5-D9E6812BA379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9DF944-9CC1-2A09-06DA-BBA538AEC984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0C8693-C33C-BEFC-58AB-17D9227BF924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661B29-9424-6739-44C6-4297F503113E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CB81861-C37E-38A3-AC76-E96055C4D0F9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456A4C-820A-5C36-6D45-9E99A7FD8962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66C439-D6D3-B103-82D4-AC421E142622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FA983-A1A6-097A-3878-F430CE51313E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CC1E3D-6B5D-D4E1-FE46-2D0EFC9B03BD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038284-6EFA-36B3-5DF0-A89A3E9F1C99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97A111B-FA4B-5DA2-5BFB-1D3EB75434F8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EEC008-61AD-6871-EC41-132A5C7B451D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6E43BD-7A2E-45B5-75F6-EAA3FE8AD8A2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1C3FC2-C06A-EA31-D089-AD3F0009CF83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06EB97-91E4-2959-C9C6-1AD05647D361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ED47BE1-E207-A3BF-320B-F22CB9CC94E9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1C3A69-C916-A5DF-FE72-5219723A8961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14C74C-763F-2A4B-0471-EE62E8FC9DBC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5AC0444-1A15-5B13-AA88-C97187DCB61B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46CE0D-7A7C-2C5B-95C3-E18914F8D31E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8CC329-0453-57E2-703B-D4D98E0742B8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95E7DE-9C9E-A43A-BF29-026EF6834B7B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944877-FC92-5D19-2257-4D2FB7766B13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9F3DFDE-5CFD-7150-24D6-9A8E0BB0243F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D8BF046-574B-9124-28C8-F46A40C8DA35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2B7FCE5-C89E-E850-2921-D19B6EFB968A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4472BC-C666-5136-6F68-7BCACE81995B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A40345-EE28-8666-4BF5-796536CDD3C3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3D17C5-A9B9-08E8-B719-654134B07BA0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5BD2AE-A359-BB62-A2A7-9676E0A9A68C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4DAF74C-C237-48C7-9502-DE0299BE1CB0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39F5DC-1995-7397-307E-6A5BF42B39DD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D810B3-7A38-7BD9-7227-730A4AFC1410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FDA69E-1EFE-0074-FE65-C870384CCD87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1CA3A63-EA66-F2E4-EBCD-51CE5C9AF14D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11466-9A72-0846-DDFD-F464508E8333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8306A37-52EC-AE6D-4EBC-EE3027F0E228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08DEB8-2132-B9C2-3F6D-0AE0F75FB876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E47C16-7100-7FAF-53E8-896EDCDEF0E8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FDC074-FD46-E10B-71BD-4F0D5CE47256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D6DF4A-2EC9-19FF-00B2-C164E2180594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1247B9-2F34-4EF8-6A92-5821E079AD99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78C1D1-BE72-2E82-B652-E5983FAD779A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CDE168-04CC-B292-3BDC-09C7336DE554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785864-E54C-F9B6-69E6-730E7ACDA95B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C7167C-FCE1-4503-251A-ECFC42C43642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FEE019-01E7-2FE6-1CC3-90B93E98F457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4B2486-46B9-DDE5-68FD-B7B7DB69B1B2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78EA22-27F6-C99A-83D2-B74E2522821D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E4FC96-0F9D-9544-10E0-D7545C7041CA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0263F9-E08E-9EE8-A4D6-E4CC9C752493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945DB2-462F-086B-3180-57BE375FF5C7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474045-B4FC-2EE4-47DE-AEA269F58A6D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D7D72E-9635-D452-118A-F8FF8757EA7B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986B23-6A43-6330-0E58-AB05974C1E1A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FF2A10-FA20-65A1-C443-D0D22D713154}"/>
              </a:ext>
            </a:extLst>
          </p:cNvPr>
          <p:cNvSpPr txBox="1"/>
          <p:nvPr/>
        </p:nvSpPr>
        <p:spPr>
          <a:xfrm>
            <a:off x="2760617" y="8534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RK4</a:t>
            </a:r>
          </a:p>
        </p:txBody>
      </p:sp>
    </p:spTree>
    <p:extLst>
      <p:ext uri="{BB962C8B-B14F-4D97-AF65-F5344CB8AC3E}">
        <p14:creationId xmlns:p14="http://schemas.microsoft.com/office/powerpoint/2010/main" val="157411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C7E4-8F91-53FF-6600-08F95156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9A48BB-2310-798F-BC9C-D2D2FF2D982E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BAB9AC-BB03-3D2F-1E52-FC30AAD30029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06EDE4-54F6-DC28-627A-2BBC0B258D41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FE807E-A7F0-53A1-4CE9-C97821086806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C74D90-CC8B-28B3-54EA-69FA819AD374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39D302-BFD8-A931-3E48-F90D40770A8B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839816-EFB0-BA8C-055D-74CEAFA55F9F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623D17-2E24-4178-4274-520E2E38CA18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0E3F45-64E2-775A-FD95-C529743F2236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DD1C3C-5A8C-4FBB-963E-DACCB1A09409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294FE8-AAF0-D2B5-937D-F73FB0D45F22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187D86C-8936-563E-8567-95CA4F11AF87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3C6132-900C-F82D-3E0F-B07D3535FC6F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597859-FB44-B685-2A2C-08C96967F7A0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75D965-64A9-D6A3-0E71-58360CC42375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655232C-069D-98FF-2A54-D7639C7CAEBC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90B3DA-E57C-8F6A-B852-BD4CB8C54712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E25093-926A-9CFA-1778-78461ABC2D36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1AD2F8-66E8-AB68-57CE-20024FBEC9FB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3CBEA1-FBD1-A91C-0ACA-D06F1B3A9C3E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3C5CCF-9457-016D-F25C-BA36D8685E6C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4422A2-2510-4228-B063-BB056B1A28CA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841DE9D-6033-A77A-2846-8D990A74D3D4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56AD7EB-1691-0149-18FB-02ACBCDAAE3F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DEA442-4FBE-6A1B-5616-BD4BA6955813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F19414-48B7-348D-4A85-063866D25EA5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FF9205-83D4-3DA4-1C27-093B71759DAC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501CFB-4BDE-2CD3-8DE6-98E5CAC9C719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5C0AC69-F953-3BE3-04DC-1F789C635190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50F15E-A2AF-48DA-2ADB-61AE331549B6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402A1DB-3C0D-B23E-D452-CE43D0ED438F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2B333B-4C47-2872-B74C-E1C9857A322F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6D6881-B10A-C6A1-58D7-64006BAF6C08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1E07F70-DD8F-BBE0-C3C9-60E501C414C3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EE2A2B-0242-8E17-2679-0E7136030D55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29CFFD-A7D1-A8AA-CFF3-B5A7B3F28206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D4BABAB-1026-1BEE-B04C-22669F280914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ACB02D-93D8-7790-EE50-16B69DB76F69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ED1C027-BC2C-BDD8-FBAC-154E07376B0D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3A4AA71-E292-E35A-A77B-EE621BEDAD48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C59B9D7-201C-BE23-B815-20DF436A6A12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2439634-D858-82A5-B96D-96FC3CF5F080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C7A80E3-3D81-14EB-477B-1676B42AFA7C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1216DE-37DC-9D93-7367-C75D4E431930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D0708A-80BE-0625-069B-0102FBC3F1E4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314CD7-BDE2-5300-105B-43E46BF470DD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AF453A-504C-9D0A-A01A-75ED8B421358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96CB31-F8BD-8D5A-55C7-B812A71A756D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27A430-3789-F782-52A5-FD5FBA346A9D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1E3831-E24E-85E3-A3DB-36849C916E63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7B6DBA-49FB-A0E1-D53A-8D956074DCDA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1CE27-2780-CFD5-E472-000D6350DA43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F800FF-4D0B-B21F-962E-AF8C4C471CD7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F5C754-F2D1-A776-B0A6-5244EC8E5982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39AE0F-1EF8-4978-8E52-5F6E8AD54F03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5107CE-54AB-39E3-3D7B-6CF67BCC8FED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602007-E22E-1E46-F6F9-CFEE0D8DCD0D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E37464-A3E9-39B4-1374-2EE766DFE2ED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879C1B-9000-21BD-EDDC-65CBFEA1B87A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31792A-8130-2B54-AB3E-F1CEF584DC80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1A05FA-5B7F-7506-D42A-92C25045796D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27941D-C8F3-EFD0-EEF6-909FAB1AA87D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BAE08F-56FE-1DDF-C8D8-46793D2A3821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7AF2B-B92F-4004-84DC-44B9BB9575EB}"/>
              </a:ext>
            </a:extLst>
          </p:cNvPr>
          <p:cNvSpPr txBox="1"/>
          <p:nvPr/>
        </p:nvSpPr>
        <p:spPr>
          <a:xfrm>
            <a:off x="2238103" y="409303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LETLM RK4</a:t>
            </a:r>
          </a:p>
        </p:txBody>
      </p:sp>
    </p:spTree>
    <p:extLst>
      <p:ext uri="{BB962C8B-B14F-4D97-AF65-F5344CB8AC3E}">
        <p14:creationId xmlns:p14="http://schemas.microsoft.com/office/powerpoint/2010/main" val="114269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BAEA-0A6E-9A94-7D3A-3023639BA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7520446-52DA-E6E4-BA81-3A17E0CC02B0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D5241B-8C6B-1688-892F-FE166F2EBE7A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66B666-D05F-B1A4-7139-28C8C10EE1A1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CAFECA-7826-BECD-E898-6577B234ADAB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4AEE76-7A41-6EE9-8474-7E6AF7AB41B8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2E5AEC-4FB8-9481-8FDF-E3B05A95BAB7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4972A4-1D5A-C49B-60A6-6B82D99C099C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6E809D-E2E3-8146-FAA7-1B998D64DB1E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4AE8CE-40D2-274B-B09E-82D97F7A1B21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8B4983-6A99-C7CB-1790-00194AB8FAA0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50B5A5-343C-C29E-9E99-071272CF4AC7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67F514-A7E2-C4B1-2CF9-EDE40846D6F9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1B5BE7-2926-602C-C609-90A0E9F089A9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2F18CF8-1864-A996-4568-9FDD3D9F18BA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9513F8-7F09-ADE2-C981-2FACF8ABA2C0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CE0382-E67E-AF79-60B3-41FF7B6F8EEF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47D9F7-82F4-3060-AF75-344D25FD2EB0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8C57D7-93B0-D44C-6B08-B001F04E68B1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AA184E-8E7B-DD1F-C901-6B7F6F0A43E4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F244C8-37C6-6C75-663D-C96DDA181CB9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6C91EB-3BFC-6199-E41C-1123D20D7095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A804B9-CB78-C48F-67AF-6414D4C45C3F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988C397-F129-28F4-2DE0-993782D47267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C4E266E-06F6-429B-D3C1-535C83F3DD34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FC3E40-1535-AC36-D60A-1BF00B58EDDB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9E6D81-67B1-BE8E-0CCB-9FA839D17560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931FC3-ADDC-58CA-26B0-4D8379073B60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54416A-49F3-B444-1BFC-09079CAD8473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7EFA86-1E20-C6AC-5414-5F651F52C0CF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5595BA-4765-741D-AFEF-4079844E07D5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0F8AA00-7EDD-DA11-37E5-26EB9571CF33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312132A-FDFB-A287-4129-596A8CD8EA53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CBA64F-5887-C5AE-43C4-00B0866D1A94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0A7CF-C9EC-12DD-F4B2-699220DCDBE0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154A37B-5F9E-3802-9616-3F20B5A93498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0E0CF1-93E4-0C9A-5AA0-87D377FD9444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C49D4A0-6D82-4F98-6D80-A9515B29EF28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429FE7B-D97D-0FF1-144E-BF20493A3C4A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E6D936D-0F70-E95A-25D3-CC5B55D37774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0352F51-015D-C32A-C509-0CA1099741FC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BD63B1A-B3E1-9A5F-0771-142B0CCCAE45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602528-CA90-E5B9-B1BB-419B9084E1C3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5ECA15C-823E-7B0F-1FA9-30358655800A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DEE524B-43A7-112F-4E9C-19D5E03C0722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76BFBE1-AB9C-84EE-4476-EA5297F736C7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329DC1-E3E2-AC71-B161-A3649E6C7104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794D71-5FF3-7D95-57A4-C9ECCC4BCA34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8ACDCA-E3EB-2113-91FB-24AB2CE32F28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EE6C8D-5BE8-E8AE-C9BC-18EF75CF3748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1F9236-63AF-1D1A-41B2-0C37B0AB0DD6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567E3D-6397-11C9-CD17-9A55A3E053B8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67FB1D-4CA6-EEEC-7A87-E5AED703F255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614FFB-F26D-0BD8-847A-7814DED054E9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88552F-6863-CCD1-E743-95AE4B43CA50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189A40-B483-6B55-3A95-29CA4F99AC5C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338C07-0993-BAE7-A9DA-8ACCD42741A8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F0DB3D-E77F-66D9-A158-BE8EF6115972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7B72A2-0402-FCE2-5B1A-57CE71375BAE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51BEB2-3D51-7B5D-5514-D37D43D0069A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7D7F96-0FCB-3DD0-FD9E-989851CC8A25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0D1ABB-E14E-5D44-6D21-D25EB04A9552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68BED2-609C-DC17-602F-F13E61406855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A00D2D-0A7E-B4DA-A08D-342B2D55C5BE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6C025-48A1-D2E2-F07B-F0AE21F1A45B}"/>
              </a:ext>
            </a:extLst>
          </p:cNvPr>
          <p:cNvSpPr txBox="1"/>
          <p:nvPr/>
        </p:nvSpPr>
        <p:spPr>
          <a:xfrm>
            <a:off x="1968137" y="60960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GETLM RK4</a:t>
            </a:r>
          </a:p>
        </p:txBody>
      </p:sp>
    </p:spTree>
    <p:extLst>
      <p:ext uri="{BB962C8B-B14F-4D97-AF65-F5344CB8AC3E}">
        <p14:creationId xmlns:p14="http://schemas.microsoft.com/office/powerpoint/2010/main" val="2819725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AB06-A818-3218-76C2-B7C1E85C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733570D-ED83-A670-22D8-030C6C13AFAE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D314F2-DA32-5319-2969-D6931377CF36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482F0F-2A2A-F2FE-D8D9-CBDD5D309D5C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93E36D-EA83-F723-6013-81AB72ADD8E1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A53CDB-35C6-79A0-0A32-A7F8D664865D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76B69-6EAB-786A-66AB-BFAD1514A950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F44898-848B-65CE-6EB5-8F7E3C944129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496C70-1D21-374A-BAA7-33095A61557D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8473F70-1F0D-120F-2CCD-D77FFC274B52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73B58A-AB45-3EE6-2DB3-5955E2747F47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D23451-0457-1F1C-90D6-9EE9A897B607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E5D49F-A891-4CA7-6861-D4752B725946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5778A5-A540-3551-6734-7F65EF2EACF2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015663-E4D9-A104-8E64-4F55D94E663F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498657-B16B-4001-0F62-F4FDB64A916A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DB4B7E-772F-6FAB-AA7C-E5C160E4808E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393C62-188B-A002-D988-234916F53F85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BFDFA5-4658-6279-2B5B-F4A3767D167F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B80470-F2F8-1398-BBF3-5697F0DB0E81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F0CD77-01DA-9EBB-F355-4F617EE267E5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D27B34-383A-4A4F-564E-EE642D7302AA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28F605-EABE-0C96-4446-3987DE689EA9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3C7F89-6B7E-75EB-9A16-4DE748B2DF93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CD570F5-C7DC-0069-A6F4-DB941AF40B0E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909D4D-EBC3-9CF3-D047-EC9A0DB39320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EC1782F-61A2-4EA4-813E-AA49D3F6189A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C9213D-2878-B2E6-0973-F90F6E161797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13F59B-97AF-DFBF-F8C3-91491AAF5A71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232D25A-A3D0-4E6F-B744-F1952D6DAD4B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E11CBC6-7505-0A60-E290-438D76B08673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42DF0C-D4CF-A143-550B-F2F05045C025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A646E0-4F7C-B663-90B8-DCB58B694D6C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4FA41C1-1539-FF0D-666B-7ECEB32645D6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2668101-6A83-CEEA-592B-52114FD06EF4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B937E1-CA55-21C9-744B-59C83E972275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9A18333-D9FD-960F-0CD7-BAF71823E028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500168-CCD5-A284-EAEF-14EF30CA4112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16CF099-1CDB-D1E3-47AB-EB9E9775A0DF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D6AB45-7DCF-B44A-238B-D58115D38790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F6AF61-DFE2-197D-B7D0-945CD6EFD623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D1E3965-9EA6-D262-C6D5-5F25A56E7B27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7AA91C4-896B-C08A-777F-8F967BB6BAF1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7034AC-7FC9-3861-6E53-87209A7415D5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619C26-1957-D5F9-B0C3-3FACFC679A09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CFC184-C455-0A56-1FD1-A9A46C57BCB1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8DAD0C-C916-1627-0DE8-182409AC03A9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587DA5-7BE4-AE99-2418-F235EB151EDC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4222AC-B11A-426E-8B6E-A4610F04112A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642103-A5F0-5845-B43F-2CE2B8019014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1DECF1-2F8F-E412-9A04-84D80A6F7C36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27926D-1A6C-D9F5-F198-32F94E0E371B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43799A-BC88-413D-719E-30323F8C7FDE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0B96EF-651D-8B83-0FA9-96B7496AA64F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5BBD39-5DF2-7E4E-C682-14B10D23BBFC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35C9C9-CED5-ABD7-3BEB-7FF980481C69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DCDBE0-9597-FB39-DF0F-1A8A421F17D4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9D9457-6DC0-C245-6C60-62792623E0DC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FCA6C2-0866-63A4-9867-18B386B7258D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0EDB46-B565-C1EE-496C-3C241892062B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F53E9-1556-D474-5EBE-9A0DF54B22B9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5655CB-3131-A353-6FD8-A0206ABAD830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ECCE74-275B-9BAA-1F22-83D627EF8BFA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32C544-B605-4367-C65F-B6EA257FE6E7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C48493-B17E-77C2-6CC9-DE7EB1471621}"/>
              </a:ext>
            </a:extLst>
          </p:cNvPr>
          <p:cNvSpPr txBox="1"/>
          <p:nvPr/>
        </p:nvSpPr>
        <p:spPr>
          <a:xfrm>
            <a:off x="1785257" y="687977"/>
            <a:ext cx="191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stencil CN</a:t>
            </a:r>
          </a:p>
        </p:txBody>
      </p:sp>
    </p:spTree>
    <p:extLst>
      <p:ext uri="{BB962C8B-B14F-4D97-AF65-F5344CB8AC3E}">
        <p14:creationId xmlns:p14="http://schemas.microsoft.com/office/powerpoint/2010/main" val="48400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0C26-8F37-F8DA-A966-C3CC5B71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C1EF533-67DC-C6FC-A962-B67416ED1E11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204193-C185-C8FB-3BA3-FC94C816439C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1C6247-8FD0-4D6B-7989-41094C513801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6B014E-270C-3B80-EB7D-51128E255064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1D1518-2C0C-79C2-D579-6EF737BA9929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743E8D-6D97-889C-9004-E9DF18A3B264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EE8065-0DAD-7D03-F966-88CCBDE6F505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7CE361-AFD9-6516-F13E-66BE1EFED6A1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D5C3DA-70DB-81FD-0829-5984B3FB4041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786CE1-476F-5152-0033-83057344A3BD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E2E617-E8BB-E5CC-8F32-E23B6FA78C1E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D98C67-66CE-FEAA-B912-5855F0B7F866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9FD934-0CB1-BC3B-2EEB-FD3326FB8DB5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ABBFB0-6746-93D3-FBDD-8A7769FCA794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408D58-049E-8704-0285-37954B188D77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11E3D5-E8C0-15EA-74B4-267F6246C5A4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83EC8A-FDDC-297F-65DE-F81366C904AF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C3FE8A-BEA8-3A13-F077-01211F25DEF1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46EFE2-281B-9F4F-78BE-04E9C8FE29C8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67AC97-A15B-04B5-FE02-5CFDCDE15F7E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97E726-5535-6F0A-2642-22CD862F8879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EE68B9-0509-13B9-2F38-85D7C15725AC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BB926C-E31E-B690-A2D9-6267ECD02481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85F4DA-73B9-0725-CEAB-11AD0E448DA6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34BB0C-0B1A-0029-0E34-612C260EDAFF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BE10EC-3F07-D450-B558-68AC41E2C287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D5A4F23-0DD6-0ACD-FD42-5C5362BE0667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EFF4175-F1EE-8D2A-52CA-861A1B299F6C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FEE28E5-507A-A57A-0D1D-2CD807B22D8B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B5EBA7-5658-AB84-11D4-093B9E6989A5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D1ECF91-0497-6F46-7B79-1250637B2C96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7640104-44AB-E9B8-A817-6810AD38D154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AA6812C-CA6F-8E29-7D13-6B55DAEC0326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27D10D-78BF-F99B-C107-E460E6B70618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9E89B09-6AC6-7D37-7CDF-A194F8F6DCFA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0456E1-1356-4BED-C5FE-23C06252D2BA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4E18758-A2FC-F19D-5816-9CA1524F530F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11F7BB9-DBCD-C13D-3959-002547CE7A73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D0A28B-829C-B617-5B50-C7B27B339786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79630D-E105-E05D-0B32-49FB52B98EE6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9DE5CA-7637-9EF5-BE97-08415AB1B319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D3F24D-EE49-29E5-466C-1971EEF48B45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2C935F0-0B71-6DE4-47B9-5E8A3056C378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7A86C40-C1AB-24D2-9039-D9F782086363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997B031-0366-7F16-3F8A-2EAEB32F194A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3BF7F-4385-3879-CB88-86338E52C572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0CE7EF-A4A9-1EC2-2402-9BAD82C42C2A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0438DE-2C6F-2E0F-D9EB-8A797B704F38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74DF69-DC30-9DB7-E48E-F9F8F9475FEF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F4E93D-8045-C685-0CD8-A827D793CB09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F4647A-EB79-98A9-FB36-9763E4E398BB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406D58-72DD-E301-4CCB-0B862221DDD0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88E3AE-59AF-36F0-D819-0B42952AD93A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8DDBB3-468D-3717-B8B3-2D17A4122990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C6C27F-49EE-586E-94C8-E10C219991E2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955CDD-1530-0E6C-38AD-77FEB5984CF3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4F3632-051A-C283-C842-F159D6AB9DF9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5B5B1A-8839-0C68-A5BA-4732EF91FCB9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A003C9-EB57-FD7E-D61B-A2DF3A9BBE06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2C8A89-A16C-4C6C-5CBC-578EA2AD2127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781D8B-2E6F-8AE5-08B8-58217D41B276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275848-613A-597C-5F0F-86678D82C654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380FC5-D548-E36F-6560-0F46B32B4928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3EAA3-7825-86D3-C2B9-D2326664FBB1}"/>
              </a:ext>
            </a:extLst>
          </p:cNvPr>
          <p:cNvSpPr txBox="1"/>
          <p:nvPr/>
        </p:nvSpPr>
        <p:spPr>
          <a:xfrm>
            <a:off x="2760617" y="8534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CN</a:t>
            </a:r>
          </a:p>
        </p:txBody>
      </p:sp>
    </p:spTree>
    <p:extLst>
      <p:ext uri="{BB962C8B-B14F-4D97-AF65-F5344CB8AC3E}">
        <p14:creationId xmlns:p14="http://schemas.microsoft.com/office/powerpoint/2010/main" val="73102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92D5-4682-0971-4EE0-AE5B5055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E725CE8-CBC3-83BA-FB16-3A9C421CFE43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6BA575-12B4-A5DD-AFAC-3A4172231CB4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A3334B-9F86-41A0-BA1E-4730F1905911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DD4FE1-8D57-F85F-B1DB-382641980685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D68457-9F6E-AA49-69AA-1D1F10864626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F7FFDF-A041-9780-1260-206D5F1C3B2B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B3202E-56A2-D550-4305-D3A3B3922D33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16BE20-ABE5-996B-FD93-635ABE980E64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F2530A-D761-2602-D30B-3697024BE5A6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D80853-370A-EF68-0735-49E88F10781B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A749AB-5B34-67CB-0AA1-12E8B3059FA2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BB194E-5EA7-7B1A-9D29-22028BA7AABF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F79FFF-1344-279A-5556-245023F07595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8F28ED-FD1B-A65C-20F8-B7ACF1E24DF8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03D57-84BF-8755-C0FD-FCBCEF0B6EA5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892A9D-F8E5-DECB-625B-CF286A461A24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1EDBB2-09F2-23C7-AE76-6CDDFB72D26F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7B80CF-4427-947C-0258-EE8E26DA72F9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5F1ACA3-548B-27F2-110A-7B2EC8225506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64122C2-16B7-0020-43C4-25B516F00962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D6886B-02D9-A934-CDF7-250B50655BED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E8C432-4CF1-F0CF-91EA-A7072E8B5280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D9A934-E394-06E3-F9B6-2FA8AF7F11D7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CF59646-9EC4-0D3E-5FA0-B1EDE35C4134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1EF8725-23A9-3BC8-170F-7AE2644CE280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642BD4-3752-FFFD-14C2-AE260CD65A40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rgbClr val="2114F4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FBDB58C-5180-38DA-D590-E303DB06DD98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1DABB12-F278-5ABB-DE46-8348CF59610B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E99B6C-9751-2D4C-D6BE-9670393BE63C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D08C152-1D10-4401-F2B4-2B1BE786C410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1EA2236-724B-D15F-04C6-D725241D2C0E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DBF183-1B27-E1FB-17D0-378C0362E7EF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B31352F-0DE2-F741-A39A-F30409FD212C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3D3A027-8473-A7B5-5EB0-C34964B761DC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A383DB2-EA8C-FB99-D5EB-0E70A4119DC3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73504A9-7163-9DDC-AF49-AD77B7C4F726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1B3E9EC-23B5-D0BE-2D15-302EB37CE26B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68E670E-75E8-BFE1-AD07-8CBBC13D7E40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D289B60-A1C1-5456-F90C-F8C159ED8321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D1F8A05-F60C-018E-A66A-7D31F505425F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43BDD4-CA4A-0F1F-EE91-C97C26B1C27D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539368D-444E-0902-5C3F-716D6E23AEF6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6D679C9-5801-4221-A0D5-A91FBA6C2422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F107FF4-0229-CAA2-3AC6-B4965CAA214F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B5F04AB-0C0E-658C-BDC8-9EBBA9FE6681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EB87AF-E44D-F2BF-34AF-A421C30C8CCC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26B328-E36C-309F-4959-DA56833E5270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37E0C9-2B1A-E545-FCBB-1F0842685897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4B5628-7CAA-86C5-3A48-BCAF0B938C3A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72773-6858-9622-D544-2D1F50E5BF63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36FB87-2008-B804-E6AB-C4CA4CF84717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2BB465-0FDB-1264-86A7-61B25AA7521B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E24BCA-F54A-216E-64E6-9B11EF4ADB9B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007CDA-AD82-E5FF-9BFE-E98A77B325D4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D0F1E2-1CB6-9485-5004-F780A467D28F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AA7D64-E2CF-6884-5983-802E65B0059F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664728-513D-5BA6-A5CE-CE43889C4E90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EDA6A0-7321-9186-20CE-B6CE847EAD34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91751-68D9-3CA3-C9A7-3030BACF1585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31247D-733D-1B43-0D1E-D09FC3E1BBB0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815AF4-1792-76AE-0F3B-6052681DCD0C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C0A24-1764-6736-017D-2BB334880620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054B38-073D-A148-80F0-FE05078AC10F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BBE14-B121-C827-7CBD-7AF33D0500FF}"/>
              </a:ext>
            </a:extLst>
          </p:cNvPr>
          <p:cNvSpPr txBox="1"/>
          <p:nvPr/>
        </p:nvSpPr>
        <p:spPr>
          <a:xfrm>
            <a:off x="2238103" y="40930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LETLM CN</a:t>
            </a:r>
          </a:p>
        </p:txBody>
      </p:sp>
    </p:spTree>
    <p:extLst>
      <p:ext uri="{BB962C8B-B14F-4D97-AF65-F5344CB8AC3E}">
        <p14:creationId xmlns:p14="http://schemas.microsoft.com/office/powerpoint/2010/main" val="2734763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931E-C805-46C1-F672-D5AFB67C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7B1AFE4-9CFC-9DAC-292D-F9026D54B128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60BEF0-89C2-2385-4C0F-1DDE5A124E2B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18F014-BDA6-0699-97FF-97B62F3C3B1F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81BF75-4151-68A1-9ECA-0F02589F9724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33309E-C4E0-108E-C355-C08B8841D562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C964C-079D-D3EB-6D4F-BDECA1EEDBA4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B6BB78-AFB8-0C4E-BD21-BDBEC4086493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6C2247-847C-0324-2372-A84122E6F906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BEE7CB-93A9-6B57-F41C-15584605A135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23D7A9-37A0-4F20-EC77-EE6F30AE643D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28C16F-D162-2ED0-0FA7-358C7AA6F887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B50A1F-F78C-E07D-B953-6E121A0118CE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854CB0-8D66-84DF-D739-AB9F62FFD335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D7CEAE-0013-C6F9-DEEE-3FE230A8F4E8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86C3CAF-4FE2-A0A7-1099-234A86059AE2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8B67DB7-EB77-A90D-89FE-01964F23AE60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CA50F3-12F7-14DC-B797-9046ADC22C91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9F5DE1-DE4B-741B-98F9-AC4A27147AE2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B06F7E-ECDA-6A69-EE74-A882F7F9864A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AFA9B0-4510-2722-2051-4EBEAAFF4661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385BCA3-C19C-0258-5890-6856DD624B8A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FCF96B-3860-B28D-3298-AD20DF747EE4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F74886-4906-8826-B8AC-35F753F28EDF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9FB557-6D04-90AE-6CAC-ADDC6590CB1D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AF29F3-2CA0-4EE3-0126-D511E6422898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E4B9E2A-8B74-36D6-8F48-0CEAD4ED3487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C22F4BF-4881-B0F0-A46B-61B272052E8F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D28B684-9649-A864-6BEE-8101E781AFFF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2053287-462F-099D-0190-A10CA8533BD3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BC339B-9662-BA8A-D9B7-6733D5BDE66B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DCF882-C90F-1741-A1B9-1C75501E76D6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4552E2-8190-FE71-5DC9-6E52F7B32B59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7421116-A47C-837A-6E6C-8FBA9DFBA5BC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3F1156-8E98-A7FC-3B8B-D64C7AE1CC83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89B166-D5DE-1856-9C78-4D38AA42BE9E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069B6ED-6BF7-AF42-CC3D-D7E1E5DA1A3B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8BE315-E469-03DD-5133-8C257F9B0525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5148B2A-D189-BEE4-2CB4-1596ADAD0D26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3E1BCA-44BC-604D-7531-DD91A79FD9A0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46E85A2-0421-CB65-214B-D184F06E8B0A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293744-41D4-591E-85D3-73822943AD20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3AAEA38-44C9-8020-904E-880043A81138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DEBCE40-0479-DA1E-D899-AE73CA978AC1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FEFF064-5A42-E5E4-565D-00CDAA9F4222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711F08B-6FD0-05D9-F5C4-9C6EE2186A5D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9F37E6-4160-B2FD-E7CA-867E7E921C94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A05FE0-CB44-5117-65D6-B6B10C7DA2B3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4BE484-80D5-0246-D400-5C297207B573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7374B9-0523-6BB9-F1F0-7914AEA311B8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6B7A9D-D3EA-EF7B-1D8E-CEBE340B3A5B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1B463F-6B87-836C-599C-279E15ED3D74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ACBA41-13ED-943C-9F27-EB18A0823BF6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E25A79-A298-A195-6FE9-50DB583B777B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DC6670-BB29-E243-E08F-B40C167FE2EC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F28459-5F11-1A88-15B4-680C09ECB01E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F4550C-ABBF-5FE6-B401-3F1638BD42F7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6DA65F-560B-A1A3-2AA2-AEECEF33BBD3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40957B-AA52-92F0-8D23-5DA472CF7D5B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605FB0-7AD1-4043-B370-1362A0660742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0CDE3C-A6C6-775C-2AE1-B0A3011E3CE3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CB6FEF-A689-A07A-E27D-CBE7218BCA0D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1B70AB-7558-BA07-96C2-BF5AEA3DD5A1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125F4D-C173-CA0C-CCDC-682DEBB077CD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AF3C7-0C34-CA4E-5588-5EF870BDDE45}"/>
              </a:ext>
            </a:extLst>
          </p:cNvPr>
          <p:cNvSpPr txBox="1"/>
          <p:nvPr/>
        </p:nvSpPr>
        <p:spPr>
          <a:xfrm>
            <a:off x="1968137" y="609600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GETLM CN</a:t>
            </a:r>
          </a:p>
        </p:txBody>
      </p:sp>
    </p:spTree>
    <p:extLst>
      <p:ext uri="{BB962C8B-B14F-4D97-AF65-F5344CB8AC3E}">
        <p14:creationId xmlns:p14="http://schemas.microsoft.com/office/powerpoint/2010/main" val="44976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06B78-10BC-4706-5D4A-41DAA503C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432D081-88DA-F829-1DD0-5191D7569B09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95CF2E-281D-642E-AD3A-7A3CB1D2AFB0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2F7E86-9C48-8D48-0E86-0C37C743C5FA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409B52-17B7-AAC2-9294-BD4287D024DF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D41B7C-3CDB-EA6F-F513-4B3AFAED9BBD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17EF39-B4AE-2D81-A5B2-ADC666A576E2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F1F0BC-A748-7DED-4B7C-422449BC1132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6B19C-90B7-D8FD-E34B-F2D7854F02AE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BB203D-8476-5B30-A53C-DB3370BC3E2A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F556D5-0FED-22FD-40BA-0E49AF82AA22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638927-B93B-0576-9874-8E19F47BE1B4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C14244-05EE-D543-C264-9A5409FF0CC1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0457A1-9E81-187B-DA3E-FFD7D1117FE3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5A8FD4-E96C-B11F-BCCA-DA833C634074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3209BD-022E-7FA5-8703-936EBA42FA09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901D2B-9460-BEC2-EE67-C4610FB219C9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788533-2E12-B754-F8EA-64BA2326761A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05F425-3F1E-2FAB-3F3A-CBBB79F8D006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4AC998-704F-12FB-3E0F-97D69A7791F4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6D1693-E79F-BBEA-61DC-BDBEA2E93EC1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D5844B-CA85-6EDC-4FA1-51884856951D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68EBCF-C025-37A8-067F-B2800BA4D6C0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DA64D3-3702-1D98-1EC7-5D58D4B5A271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553170-A78B-A8C2-D897-8AAD2F157C67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B979889-E1E2-5A3E-8894-95C2534BD513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B1FC39F-B476-FC04-65AC-F6E125F1BC40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39171A-4764-8745-A1D4-CD73F363D294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D60E47A-C862-5F4B-2C2E-80280214F292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32C764-F2A2-BC6B-501C-176B6A6D854E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5D5C80-B0F9-A518-222A-14ADAD739890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C60419-80D3-6446-CF1F-8A14A2C5773A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7AC8F1-A2D9-163A-C79C-C44B460E7E0B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1E532C7-C42A-8B8D-D3EC-B85E256EF140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3C937F-D881-7ECA-2DD7-A789BD7B5E65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BA2581-B72C-6A3E-BD2F-70CA95E13587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ABF76CD-A58E-7D05-5BD6-591C53C03377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4DEE6B-C32C-A09A-794B-59CCC0B0665C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0FBEDB-ADE7-A3B1-8EFC-D53388E4684A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44CA25-8B08-C45E-05EE-B990854678F1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6516469-E906-0D6D-F1B2-FD2B7C03D48C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5D506A-2611-78EE-4BAD-2745B90E1DCB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E4E91A-9482-A2DE-ADCB-15A8BFFBB5F3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D14142-E5CA-F1B5-B91D-80BB0C1479FA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6AED998-A8C0-9778-5963-7E0643D514E7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F2DD975-7571-52EE-395A-2ECE9CD46411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C6E1B-5B38-175B-EEA0-83DCFFF221BF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36CEDE-5C3E-0807-2584-FE3DFDC68DB3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5AE757-68AC-1BF0-202F-9D6674C664D9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5BA656-30B6-FADF-3379-A77B6AE71BBD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4555BE-D4CB-AC39-A7DB-CCB655464B44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88D91E-8268-579E-C215-D1674681A7F7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3B237D-5945-9DE2-E100-BA31366D9693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16F7AA-24AB-0C08-409B-81196999DBEA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DF84B7-65BD-FF90-6C6C-10597929D906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F4F8C3-13C6-79FE-6D83-0AF2E5CA9AD4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3ED93E-E87D-6C1B-9C24-F57F00FC9C2C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F78D04-6B55-E161-9B11-3352589EE9B8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07078A-04E4-391C-CAAC-E1084C46CB50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5E74E8-1A1A-51AA-2B17-DEB552D2E9DD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8AE992-9F01-C28E-C770-BF8F45420EFA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57E87A-12FF-C6FB-FCBD-36F90B03014B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6CB787-C918-21E0-5062-A7D10460DCCD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76DAC4-75EA-AF5D-7E43-CA62CF4E56A1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2DB69-0C77-809B-5951-EC3B328BB243}"/>
              </a:ext>
            </a:extLst>
          </p:cNvPr>
          <p:cNvSpPr txBox="1"/>
          <p:nvPr/>
        </p:nvSpPr>
        <p:spPr>
          <a:xfrm>
            <a:off x="2238103" y="409303"/>
            <a:ext cx="3583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stencil of Adams-Bashforth</a:t>
            </a:r>
          </a:p>
        </p:txBody>
      </p:sp>
    </p:spTree>
    <p:extLst>
      <p:ext uri="{BB962C8B-B14F-4D97-AF65-F5344CB8AC3E}">
        <p14:creationId xmlns:p14="http://schemas.microsoft.com/office/powerpoint/2010/main" val="312526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D7AC-FAB3-9A1C-8C0F-3736DCF8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D414E9D-95BA-9B4C-EB0D-D93767BE3D17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A0A048-F50F-8BAB-6960-1C27DD8128B1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39CE24-76AA-B1F2-DE96-1F351FC380D9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BC771-2834-6E2C-D13D-F3F216B0657E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98D57C-EC13-F9A2-D65A-2EF3B0E54BD3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9CC495-54DD-83A7-6D03-2075F1D4D7D4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ACBE3E-5DBF-2D6E-7A96-0B9F6BA642F8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F30D06-4664-AEBC-219A-C31416CC789D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FA955B-1594-217D-49C3-1750CB7C9A5C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21BB953-F726-8601-A4F8-23FCFE8D3DBE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3A7D5E-5323-519F-40F3-12B1287216D5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E6AAD13-B353-DAFC-B1D2-9009E79724AB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7BEAA0E-4704-1DCC-3661-355AD1DF220B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47D076-37C8-EFAC-3012-66158921C8D0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A7AFEE-54A1-9D46-B603-EE1197F032BA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5FE914-3DDA-AE60-A61A-1E29524C5879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971B38-99D2-5EC2-FB64-8F395047DDCA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F7530C3-51CA-A05D-08C6-4EF9860AEDD3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30F871B-8D3C-A159-B499-69F07B5F7BAB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E254851-1B8A-01FD-A53F-7101D10DE6F4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720272-8700-143B-AE35-167B2FB44ABA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761734F-3406-4418-9922-ED014FF0AF06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5440B29-2C26-DB36-326F-ED76F5651771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64C73B3-290E-2BB5-437A-7085DB8BBE57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80D971E-AD1D-DA8D-DEE4-D9C504EBC7CE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7C54B4-E490-CACC-F571-AF11AEC3BCF2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166C9F7-88C2-8816-CDF9-E8453802984F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E4BBF7-BEE8-4A43-CFAC-18FE351E8824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31ADB5-94B0-3CC5-BC9B-3FE72FBE88E7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651E40-A82F-E06D-853C-93AA9A68D0E1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9E5DD2-154A-2DC8-6D35-862B7D42F6BF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A08BF2-7F53-47E6-D076-03D2202CFAC6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D1F90C-A9B9-C093-33E6-D8162827D299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7AE743-F3C4-C1EE-BDAC-BCD0FA4443F8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544D92-93D0-E9D2-D5C3-583328D84399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8B26E1-F2B3-F845-E20A-417BCC161E29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C73B01-5561-7D33-FFC5-D87D5C04E456}"/>
              </a:ext>
            </a:extLst>
          </p:cNvPr>
          <p:cNvSpPr txBox="1"/>
          <p:nvPr/>
        </p:nvSpPr>
        <p:spPr>
          <a:xfrm>
            <a:off x="7761776" y="3035585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B34184-409D-5202-C592-275046632447}"/>
              </a:ext>
            </a:extLst>
          </p:cNvPr>
          <p:cNvSpPr txBox="1"/>
          <p:nvPr/>
        </p:nvSpPr>
        <p:spPr>
          <a:xfrm>
            <a:off x="7761776" y="3521149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6C07A3-61B4-F25A-22C6-858848029900}"/>
              </a:ext>
            </a:extLst>
          </p:cNvPr>
          <p:cNvSpPr txBox="1"/>
          <p:nvPr/>
        </p:nvSpPr>
        <p:spPr>
          <a:xfrm>
            <a:off x="7761776" y="2592846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0B9A57-7B90-12EA-B2E0-B2E802C496FC}"/>
              </a:ext>
            </a:extLst>
          </p:cNvPr>
          <p:cNvSpPr txBox="1"/>
          <p:nvPr/>
        </p:nvSpPr>
        <p:spPr>
          <a:xfrm>
            <a:off x="2760617" y="8534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RK4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5F12B2-FC54-2530-6000-164E330BFF56}"/>
              </a:ext>
            </a:extLst>
          </p:cNvPr>
          <p:cNvSpPr txBox="1"/>
          <p:nvPr/>
        </p:nvSpPr>
        <p:spPr>
          <a:xfrm>
            <a:off x="4039437" y="26527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68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FF0C-B8F2-2820-EA9A-1B8217C8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13E6CB-D343-51D0-A3A3-9BF49C9900E8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328009-C43C-41FE-5F7F-F32119B1B1CB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B3961F-9087-86A9-49FF-561875350CBA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A2AF8D-F548-2009-886F-065D754FDF0B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2F7094-B91B-581C-DEA8-7B500271DD0D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7EA18B-05B2-576E-0535-BDE95A370BBE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EE1247-8236-8F81-6742-FEBBE40472A6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E6D362-C297-E538-8BDB-D3237F8F40C5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EEC153-5E11-F498-83A7-CC0078C6C1B7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45690D3-7C60-2E5A-4E09-606486C98A13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A7483F-22BD-B502-176A-71F5ABBA274E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0577FB1-F308-7E8F-6E96-DFC17CBED742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18800CD-AA45-FFC5-27E9-3933FF7230D6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88ED05C-3CFD-B6C6-23AD-3E39070DC975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6A043B-B0E1-006D-6A5E-1DA00AEF9F1D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739C436-5737-3776-B483-EA9856DACA2F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4CEDAFC-0EE8-28B0-7880-E0F64ADF9BF8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F349944-41FE-5CF6-1B85-D4BA8013AE9F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51852A2-7A97-3E67-2E33-60E5D0877D60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38989F0-3095-CB34-2820-28A91643F4B7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D98A25-660B-982B-7E57-0DABFB68EA96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1602A8-6F54-63FF-5C2D-3E59C0F5F24B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8457EA-7C1A-E9F0-792F-A166034FFF46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5FFB96-87C6-4BAA-583F-54954280B4F8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0849BB-5398-2D49-3905-23CEAE49587D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917D69-9155-7AF2-85EC-1EC3B147AB6A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9DF7AD-7122-2956-8103-7EF4B1E30DD3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E81483-231F-6744-7A03-25AF26ACC5C2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9D2C71-73EC-44AA-BE53-5677E1D77C60}"/>
              </a:ext>
            </a:extLst>
          </p:cNvPr>
          <p:cNvSpPr txBox="1"/>
          <p:nvPr/>
        </p:nvSpPr>
        <p:spPr>
          <a:xfrm>
            <a:off x="7288607" y="3087190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386692-BFEB-8902-6B98-4A129538BAA1}"/>
              </a:ext>
            </a:extLst>
          </p:cNvPr>
          <p:cNvSpPr txBox="1"/>
          <p:nvPr/>
        </p:nvSpPr>
        <p:spPr>
          <a:xfrm>
            <a:off x="7288607" y="3572754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DD3CDC-E41E-8A26-A38B-60FD7019EAF8}"/>
              </a:ext>
            </a:extLst>
          </p:cNvPr>
          <p:cNvSpPr txBox="1"/>
          <p:nvPr/>
        </p:nvSpPr>
        <p:spPr>
          <a:xfrm>
            <a:off x="7288607" y="2644451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735601-07DD-0B38-4191-C9DA3DC3261A}"/>
              </a:ext>
            </a:extLst>
          </p:cNvPr>
          <p:cNvSpPr txBox="1"/>
          <p:nvPr/>
        </p:nvSpPr>
        <p:spPr>
          <a:xfrm>
            <a:off x="2760617" y="85344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CN</a:t>
            </a:r>
          </a:p>
        </p:txBody>
      </p:sp>
      <p:sp>
        <p:nvSpPr>
          <p:cNvPr id="67" name="Chord 66">
            <a:extLst>
              <a:ext uri="{FF2B5EF4-FFF2-40B4-BE49-F238E27FC236}">
                <a16:creationId xmlns:a16="http://schemas.microsoft.com/office/drawing/2014/main" id="{E5EA17B1-05AB-F525-BB75-68F0CE1EB65A}"/>
              </a:ext>
            </a:extLst>
          </p:cNvPr>
          <p:cNvSpPr/>
          <p:nvPr/>
        </p:nvSpPr>
        <p:spPr>
          <a:xfrm rot="12167194">
            <a:off x="4866841" y="2555025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Chord 67">
            <a:extLst>
              <a:ext uri="{FF2B5EF4-FFF2-40B4-BE49-F238E27FC236}">
                <a16:creationId xmlns:a16="http://schemas.microsoft.com/office/drawing/2014/main" id="{E4A305A0-45D6-803D-2958-F84ADD8A2D5C}"/>
              </a:ext>
            </a:extLst>
          </p:cNvPr>
          <p:cNvSpPr/>
          <p:nvPr/>
        </p:nvSpPr>
        <p:spPr>
          <a:xfrm rot="12237229">
            <a:off x="4869487" y="3051851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ord 68">
            <a:extLst>
              <a:ext uri="{FF2B5EF4-FFF2-40B4-BE49-F238E27FC236}">
                <a16:creationId xmlns:a16="http://schemas.microsoft.com/office/drawing/2014/main" id="{43C02C9B-15F0-742D-A920-E9C4BA5F1F61}"/>
              </a:ext>
            </a:extLst>
          </p:cNvPr>
          <p:cNvSpPr/>
          <p:nvPr/>
        </p:nvSpPr>
        <p:spPr>
          <a:xfrm rot="12167194">
            <a:off x="5347952" y="2555027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ord 69">
            <a:extLst>
              <a:ext uri="{FF2B5EF4-FFF2-40B4-BE49-F238E27FC236}">
                <a16:creationId xmlns:a16="http://schemas.microsoft.com/office/drawing/2014/main" id="{4CEF4CEA-4192-CDF0-9B22-DCF4C7E66D30}"/>
              </a:ext>
            </a:extLst>
          </p:cNvPr>
          <p:cNvSpPr/>
          <p:nvPr/>
        </p:nvSpPr>
        <p:spPr>
          <a:xfrm rot="12282049">
            <a:off x="5350598" y="3051853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ord 70">
            <a:extLst>
              <a:ext uri="{FF2B5EF4-FFF2-40B4-BE49-F238E27FC236}">
                <a16:creationId xmlns:a16="http://schemas.microsoft.com/office/drawing/2014/main" id="{58D7FD7D-793F-65A1-65AB-51B9D136DBAC}"/>
              </a:ext>
            </a:extLst>
          </p:cNvPr>
          <p:cNvSpPr/>
          <p:nvPr/>
        </p:nvSpPr>
        <p:spPr>
          <a:xfrm rot="12167194">
            <a:off x="5834763" y="2560657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hord 71">
            <a:extLst>
              <a:ext uri="{FF2B5EF4-FFF2-40B4-BE49-F238E27FC236}">
                <a16:creationId xmlns:a16="http://schemas.microsoft.com/office/drawing/2014/main" id="{594E95B6-45A2-9B93-B36E-C42A34C74CCD}"/>
              </a:ext>
            </a:extLst>
          </p:cNvPr>
          <p:cNvSpPr/>
          <p:nvPr/>
        </p:nvSpPr>
        <p:spPr>
          <a:xfrm rot="12167194">
            <a:off x="5834380" y="3046224"/>
            <a:ext cx="399156" cy="383414"/>
          </a:xfrm>
          <a:prstGeom prst="chord">
            <a:avLst>
              <a:gd name="adj1" fmla="val 4175601"/>
              <a:gd name="adj2" fmla="val 1467023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0913-647A-3F9D-37F5-FDCAD759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20EA77-A655-B46C-5962-06B057C7060B}"/>
              </a:ext>
            </a:extLst>
          </p:cNvPr>
          <p:cNvSpPr/>
          <p:nvPr/>
        </p:nvSpPr>
        <p:spPr>
          <a:xfrm>
            <a:off x="6413809" y="412237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A4A4CC-8F9D-3337-ABE8-74A780EFC4F9}"/>
              </a:ext>
            </a:extLst>
          </p:cNvPr>
          <p:cNvSpPr/>
          <p:nvPr/>
        </p:nvSpPr>
        <p:spPr>
          <a:xfrm>
            <a:off x="6980282" y="411975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1D83C9-BC4D-825F-A5D2-6F23ADA8B3CB}"/>
              </a:ext>
            </a:extLst>
          </p:cNvPr>
          <p:cNvSpPr/>
          <p:nvPr/>
        </p:nvSpPr>
        <p:spPr>
          <a:xfrm>
            <a:off x="5845379" y="4105561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6952CB-8FC5-6790-EB23-836FAD846A38}"/>
              </a:ext>
            </a:extLst>
          </p:cNvPr>
          <p:cNvSpPr/>
          <p:nvPr/>
        </p:nvSpPr>
        <p:spPr>
          <a:xfrm>
            <a:off x="5244637" y="411975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E56667-56C3-33E8-B3B4-692963CDAD72}"/>
              </a:ext>
            </a:extLst>
          </p:cNvPr>
          <p:cNvSpPr/>
          <p:nvPr/>
        </p:nvSpPr>
        <p:spPr>
          <a:xfrm>
            <a:off x="4635407" y="411975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71A798-0EC0-B23C-D9AB-B483713DFF06}"/>
              </a:ext>
            </a:extLst>
          </p:cNvPr>
          <p:cNvSpPr/>
          <p:nvPr/>
        </p:nvSpPr>
        <p:spPr>
          <a:xfrm>
            <a:off x="4030937" y="410970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8657F7-E63A-45A2-EE95-AD68169B7BEB}"/>
              </a:ext>
            </a:extLst>
          </p:cNvPr>
          <p:cNvSpPr/>
          <p:nvPr/>
        </p:nvSpPr>
        <p:spPr>
          <a:xfrm>
            <a:off x="3426467" y="41055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244EC1-4E32-73EF-9F98-C51B2FDBD3AF}"/>
              </a:ext>
            </a:extLst>
          </p:cNvPr>
          <p:cNvSpPr/>
          <p:nvPr/>
        </p:nvSpPr>
        <p:spPr>
          <a:xfrm>
            <a:off x="2808066" y="334959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1CE32C-C2E7-A732-5B6E-EC36851D8F34}"/>
              </a:ext>
            </a:extLst>
          </p:cNvPr>
          <p:cNvSpPr/>
          <p:nvPr/>
        </p:nvSpPr>
        <p:spPr>
          <a:xfrm>
            <a:off x="2211693" y="410556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19867F-7583-CC76-86F2-083402645A98}"/>
              </a:ext>
            </a:extLst>
          </p:cNvPr>
          <p:cNvSpPr/>
          <p:nvPr/>
        </p:nvSpPr>
        <p:spPr>
          <a:xfrm>
            <a:off x="6400807" y="3385329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058E4F-5A55-A826-31A4-6DDE1912A7B2}"/>
              </a:ext>
            </a:extLst>
          </p:cNvPr>
          <p:cNvSpPr/>
          <p:nvPr/>
        </p:nvSpPr>
        <p:spPr>
          <a:xfrm>
            <a:off x="6980282" y="338532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2DBFD6-53B2-0258-602B-3EC09078F1FF}"/>
              </a:ext>
            </a:extLst>
          </p:cNvPr>
          <p:cNvSpPr/>
          <p:nvPr/>
        </p:nvSpPr>
        <p:spPr>
          <a:xfrm>
            <a:off x="5826648" y="3385330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58B315-2162-7C1F-0C87-2A622C62A19A}"/>
              </a:ext>
            </a:extLst>
          </p:cNvPr>
          <p:cNvSpPr/>
          <p:nvPr/>
        </p:nvSpPr>
        <p:spPr>
          <a:xfrm>
            <a:off x="5233191" y="3361204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6F4B2C-74FA-854C-3198-90940B44489D}"/>
              </a:ext>
            </a:extLst>
          </p:cNvPr>
          <p:cNvSpPr/>
          <p:nvPr/>
        </p:nvSpPr>
        <p:spPr>
          <a:xfrm>
            <a:off x="4627309" y="335165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A30C46C-0CD1-B29D-0657-476BF1C07E8B}"/>
              </a:ext>
            </a:extLst>
          </p:cNvPr>
          <p:cNvSpPr/>
          <p:nvPr/>
        </p:nvSpPr>
        <p:spPr>
          <a:xfrm>
            <a:off x="4057392" y="335165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796A0B8-A29A-F368-FE66-4D3B78195E37}"/>
              </a:ext>
            </a:extLst>
          </p:cNvPr>
          <p:cNvSpPr/>
          <p:nvPr/>
        </p:nvSpPr>
        <p:spPr>
          <a:xfrm>
            <a:off x="3418370" y="33433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412F529-3F28-25B4-C880-7C1173D9542C}"/>
              </a:ext>
            </a:extLst>
          </p:cNvPr>
          <p:cNvSpPr/>
          <p:nvPr/>
        </p:nvSpPr>
        <p:spPr>
          <a:xfrm>
            <a:off x="2820072" y="4971950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1F34AF1-01D8-B518-4917-E36BE6BD553F}"/>
              </a:ext>
            </a:extLst>
          </p:cNvPr>
          <p:cNvSpPr/>
          <p:nvPr/>
        </p:nvSpPr>
        <p:spPr>
          <a:xfrm>
            <a:off x="2203596" y="33433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E88426-88DD-96FC-E506-3D4E5662EBB5}"/>
              </a:ext>
            </a:extLst>
          </p:cNvPr>
          <p:cNvSpPr/>
          <p:nvPr/>
        </p:nvSpPr>
        <p:spPr>
          <a:xfrm>
            <a:off x="6418782" y="4961364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B154B44-F9A3-0A10-7F0A-A581A02F98AF}"/>
              </a:ext>
            </a:extLst>
          </p:cNvPr>
          <p:cNvSpPr/>
          <p:nvPr/>
        </p:nvSpPr>
        <p:spPr>
          <a:xfrm>
            <a:off x="6984192" y="496136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EE506B-5F8B-C8CD-ECAF-6C6CA7773662}"/>
              </a:ext>
            </a:extLst>
          </p:cNvPr>
          <p:cNvSpPr/>
          <p:nvPr/>
        </p:nvSpPr>
        <p:spPr>
          <a:xfrm>
            <a:off x="5849820" y="496136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A229E7-A4F9-61E8-BD36-785BFC376F46}"/>
              </a:ext>
            </a:extLst>
          </p:cNvPr>
          <p:cNvSpPr/>
          <p:nvPr/>
        </p:nvSpPr>
        <p:spPr>
          <a:xfrm>
            <a:off x="5248546" y="4971911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8DA42D1-4202-6EAD-311F-151004F16F8D}"/>
              </a:ext>
            </a:extLst>
          </p:cNvPr>
          <p:cNvSpPr/>
          <p:nvPr/>
        </p:nvSpPr>
        <p:spPr>
          <a:xfrm>
            <a:off x="4645149" y="496136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C5AE690-F9C2-A98F-D87A-D743B22D90C0}"/>
              </a:ext>
            </a:extLst>
          </p:cNvPr>
          <p:cNvSpPr/>
          <p:nvPr/>
        </p:nvSpPr>
        <p:spPr>
          <a:xfrm>
            <a:off x="4040680" y="4961367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A09D2DC-B9B4-0B06-C019-537A337AF69F}"/>
              </a:ext>
            </a:extLst>
          </p:cNvPr>
          <p:cNvSpPr/>
          <p:nvPr/>
        </p:nvSpPr>
        <p:spPr>
          <a:xfrm>
            <a:off x="3430376" y="4971950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1E416A-6B30-F666-0101-6EF22569C494}"/>
              </a:ext>
            </a:extLst>
          </p:cNvPr>
          <p:cNvSpPr/>
          <p:nvPr/>
        </p:nvSpPr>
        <p:spPr>
          <a:xfrm>
            <a:off x="2816163" y="410556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0D6C2DF-E78B-8F5C-DC83-4ED997998675}"/>
              </a:ext>
            </a:extLst>
          </p:cNvPr>
          <p:cNvSpPr/>
          <p:nvPr/>
        </p:nvSpPr>
        <p:spPr>
          <a:xfrm>
            <a:off x="2215603" y="496136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C6310B-CE48-8CF6-8379-C7432D07AAF3}"/>
              </a:ext>
            </a:extLst>
          </p:cNvPr>
          <p:cNvSpPr txBox="1"/>
          <p:nvPr/>
        </p:nvSpPr>
        <p:spPr>
          <a:xfrm>
            <a:off x="2164429" y="2808699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5E88DF-79CF-2684-FDC6-0B4A562054B9}"/>
              </a:ext>
            </a:extLst>
          </p:cNvPr>
          <p:cNvSpPr txBox="1"/>
          <p:nvPr/>
        </p:nvSpPr>
        <p:spPr>
          <a:xfrm>
            <a:off x="2768898" y="2808699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EE207A-7DE3-EA90-76F6-CBBB186577D6}"/>
              </a:ext>
            </a:extLst>
          </p:cNvPr>
          <p:cNvSpPr txBox="1"/>
          <p:nvPr/>
        </p:nvSpPr>
        <p:spPr>
          <a:xfrm>
            <a:off x="3379202" y="2825015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89D8AA-6DF2-6C39-2E84-E9C7C7A8CA57}"/>
              </a:ext>
            </a:extLst>
          </p:cNvPr>
          <p:cNvSpPr txBox="1"/>
          <p:nvPr/>
        </p:nvSpPr>
        <p:spPr>
          <a:xfrm>
            <a:off x="3997653" y="2821234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238001-0AA8-985F-62CE-A8424E08CC03}"/>
              </a:ext>
            </a:extLst>
          </p:cNvPr>
          <p:cNvSpPr txBox="1"/>
          <p:nvPr/>
        </p:nvSpPr>
        <p:spPr>
          <a:xfrm>
            <a:off x="4631376" y="2808698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5430B5-82D9-7E29-98A5-8171E2B91450}"/>
              </a:ext>
            </a:extLst>
          </p:cNvPr>
          <p:cNvSpPr txBox="1"/>
          <p:nvPr/>
        </p:nvSpPr>
        <p:spPr>
          <a:xfrm>
            <a:off x="5180626" y="282123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E1FA49-4F9B-6FA5-82FB-EB5AEAF20CD8}"/>
              </a:ext>
            </a:extLst>
          </p:cNvPr>
          <p:cNvSpPr txBox="1"/>
          <p:nvPr/>
        </p:nvSpPr>
        <p:spPr>
          <a:xfrm>
            <a:off x="5783223" y="2821232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112B5B-C13A-F7E6-8B15-1F929ECFFE3C}"/>
              </a:ext>
            </a:extLst>
          </p:cNvPr>
          <p:cNvSpPr txBox="1"/>
          <p:nvPr/>
        </p:nvSpPr>
        <p:spPr>
          <a:xfrm>
            <a:off x="6342933" y="2814965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760E53-AA54-8C57-C0E5-6BA0E07381CE}"/>
              </a:ext>
            </a:extLst>
          </p:cNvPr>
          <p:cNvSpPr txBox="1"/>
          <p:nvPr/>
        </p:nvSpPr>
        <p:spPr>
          <a:xfrm>
            <a:off x="6923309" y="280869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A52181-B042-6718-5FCE-51490ADC3AEE}"/>
              </a:ext>
            </a:extLst>
          </p:cNvPr>
          <p:cNvSpPr txBox="1"/>
          <p:nvPr/>
        </p:nvSpPr>
        <p:spPr>
          <a:xfrm>
            <a:off x="7707238" y="4110142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3B0449-D685-F8F0-8825-A020AEC89713}"/>
              </a:ext>
            </a:extLst>
          </p:cNvPr>
          <p:cNvSpPr txBox="1"/>
          <p:nvPr/>
        </p:nvSpPr>
        <p:spPr>
          <a:xfrm>
            <a:off x="7611293" y="500417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307819-D711-246C-56FE-E2060FD70FE9}"/>
              </a:ext>
            </a:extLst>
          </p:cNvPr>
          <p:cNvSpPr txBox="1"/>
          <p:nvPr/>
        </p:nvSpPr>
        <p:spPr>
          <a:xfrm>
            <a:off x="7599512" y="3404017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6613-7493-80C9-71B7-6FC004D547C7}"/>
              </a:ext>
            </a:extLst>
          </p:cNvPr>
          <p:cNvSpPr txBox="1"/>
          <p:nvPr/>
        </p:nvSpPr>
        <p:spPr>
          <a:xfrm>
            <a:off x="2760617" y="8534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RK4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CC57F9A-1ED6-A569-22DB-939E1E5AAFC2}"/>
              </a:ext>
            </a:extLst>
          </p:cNvPr>
          <p:cNvSpPr txBox="1"/>
          <p:nvPr/>
        </p:nvSpPr>
        <p:spPr>
          <a:xfrm>
            <a:off x="1348495" y="39145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0614E-E628-C011-8FB5-01F79D70C98E}"/>
              </a:ext>
            </a:extLst>
          </p:cNvPr>
          <p:cNvSpPr txBox="1"/>
          <p:nvPr/>
        </p:nvSpPr>
        <p:spPr>
          <a:xfrm>
            <a:off x="7070651" y="542260"/>
            <a:ext cx="2018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Solid line for union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D64C8-4245-1A62-3668-F2BF78B05EAC}"/>
              </a:ext>
            </a:extLst>
          </p:cNvPr>
          <p:cNvSpPr/>
          <p:nvPr/>
        </p:nvSpPr>
        <p:spPr>
          <a:xfrm>
            <a:off x="3379779" y="3067129"/>
            <a:ext cx="2398413" cy="1620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23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E316-7FAC-258C-2ED3-63974AF0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69A334-49F7-3B55-C913-15C1AD56F6A0}"/>
              </a:ext>
            </a:extLst>
          </p:cNvPr>
          <p:cNvSpPr/>
          <p:nvPr/>
        </p:nvSpPr>
        <p:spPr>
          <a:xfrm>
            <a:off x="6413809" y="412237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DD9631-2451-9632-4B59-A57DB4D80C21}"/>
              </a:ext>
            </a:extLst>
          </p:cNvPr>
          <p:cNvSpPr/>
          <p:nvPr/>
        </p:nvSpPr>
        <p:spPr>
          <a:xfrm>
            <a:off x="6980282" y="411975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A5490-40CB-7959-8803-36D094D86F57}"/>
              </a:ext>
            </a:extLst>
          </p:cNvPr>
          <p:cNvSpPr/>
          <p:nvPr/>
        </p:nvSpPr>
        <p:spPr>
          <a:xfrm>
            <a:off x="5845379" y="4105561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8C2347-74CE-AE90-DC02-C0E1B07BB14D}"/>
              </a:ext>
            </a:extLst>
          </p:cNvPr>
          <p:cNvSpPr/>
          <p:nvPr/>
        </p:nvSpPr>
        <p:spPr>
          <a:xfrm>
            <a:off x="5244637" y="411975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CA550A-B899-BDA5-E210-9C0E4A9C208A}"/>
              </a:ext>
            </a:extLst>
          </p:cNvPr>
          <p:cNvSpPr/>
          <p:nvPr/>
        </p:nvSpPr>
        <p:spPr>
          <a:xfrm>
            <a:off x="4635407" y="411975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5F080C-6857-B5C8-61B8-5338611583E9}"/>
              </a:ext>
            </a:extLst>
          </p:cNvPr>
          <p:cNvSpPr/>
          <p:nvPr/>
        </p:nvSpPr>
        <p:spPr>
          <a:xfrm>
            <a:off x="4030937" y="410970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0751BD-892D-A075-DA41-8F6403E10ABE}"/>
              </a:ext>
            </a:extLst>
          </p:cNvPr>
          <p:cNvSpPr/>
          <p:nvPr/>
        </p:nvSpPr>
        <p:spPr>
          <a:xfrm>
            <a:off x="3426467" y="41055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C7E2AE-AD17-95A0-0987-90028F0F4BDB}"/>
              </a:ext>
            </a:extLst>
          </p:cNvPr>
          <p:cNvSpPr/>
          <p:nvPr/>
        </p:nvSpPr>
        <p:spPr>
          <a:xfrm>
            <a:off x="2808066" y="334959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2F9F00-84B5-BEC1-54D3-13D29D90AFD2}"/>
              </a:ext>
            </a:extLst>
          </p:cNvPr>
          <p:cNvSpPr/>
          <p:nvPr/>
        </p:nvSpPr>
        <p:spPr>
          <a:xfrm>
            <a:off x="2211693" y="410556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BCEE02-EDBF-4AE2-9AC4-79087B361D76}"/>
              </a:ext>
            </a:extLst>
          </p:cNvPr>
          <p:cNvSpPr/>
          <p:nvPr/>
        </p:nvSpPr>
        <p:spPr>
          <a:xfrm>
            <a:off x="6400807" y="3385329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6FDED1-2399-52BE-2240-BD12AC4B8DFC}"/>
              </a:ext>
            </a:extLst>
          </p:cNvPr>
          <p:cNvSpPr/>
          <p:nvPr/>
        </p:nvSpPr>
        <p:spPr>
          <a:xfrm>
            <a:off x="6980282" y="338532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A133915-2AA9-D8A7-4A16-508D58F19579}"/>
              </a:ext>
            </a:extLst>
          </p:cNvPr>
          <p:cNvSpPr/>
          <p:nvPr/>
        </p:nvSpPr>
        <p:spPr>
          <a:xfrm>
            <a:off x="5826648" y="3385330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FBBC7F-66AE-3539-37AE-26609F35A6E8}"/>
              </a:ext>
            </a:extLst>
          </p:cNvPr>
          <p:cNvSpPr/>
          <p:nvPr/>
        </p:nvSpPr>
        <p:spPr>
          <a:xfrm>
            <a:off x="5233191" y="3361204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8522C94-658A-F819-CAB6-D22316960BCF}"/>
              </a:ext>
            </a:extLst>
          </p:cNvPr>
          <p:cNvSpPr/>
          <p:nvPr/>
        </p:nvSpPr>
        <p:spPr>
          <a:xfrm>
            <a:off x="4627309" y="335165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E1F94F2-C5A1-13FD-B49C-A7656E46D2DF}"/>
              </a:ext>
            </a:extLst>
          </p:cNvPr>
          <p:cNvSpPr/>
          <p:nvPr/>
        </p:nvSpPr>
        <p:spPr>
          <a:xfrm>
            <a:off x="4057392" y="335165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F80C4A-8627-4B5A-338E-D2356AB98190}"/>
              </a:ext>
            </a:extLst>
          </p:cNvPr>
          <p:cNvSpPr/>
          <p:nvPr/>
        </p:nvSpPr>
        <p:spPr>
          <a:xfrm>
            <a:off x="3418370" y="33433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646C66-663E-9C62-410A-531FFA22A1DD}"/>
              </a:ext>
            </a:extLst>
          </p:cNvPr>
          <p:cNvSpPr/>
          <p:nvPr/>
        </p:nvSpPr>
        <p:spPr>
          <a:xfrm>
            <a:off x="2759189" y="587417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28FDD28-8A19-0DF5-B31D-1C86B1371B28}"/>
              </a:ext>
            </a:extLst>
          </p:cNvPr>
          <p:cNvSpPr/>
          <p:nvPr/>
        </p:nvSpPr>
        <p:spPr>
          <a:xfrm>
            <a:off x="2203596" y="334336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97A828-D569-5C0B-70F7-1E19C391D2DA}"/>
              </a:ext>
            </a:extLst>
          </p:cNvPr>
          <p:cNvSpPr/>
          <p:nvPr/>
        </p:nvSpPr>
        <p:spPr>
          <a:xfrm>
            <a:off x="6357899" y="5863589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0C636D2-553D-F7D5-2D79-B24AC6D25804}"/>
              </a:ext>
            </a:extLst>
          </p:cNvPr>
          <p:cNvSpPr/>
          <p:nvPr/>
        </p:nvSpPr>
        <p:spPr>
          <a:xfrm>
            <a:off x="6923309" y="5863588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DB7BE7-A5F1-3F3A-5A88-72B33376BE0B}"/>
              </a:ext>
            </a:extLst>
          </p:cNvPr>
          <p:cNvSpPr/>
          <p:nvPr/>
        </p:nvSpPr>
        <p:spPr>
          <a:xfrm>
            <a:off x="5788937" y="5863590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3E1DD0-F770-D98A-FA10-81246E01493F}"/>
              </a:ext>
            </a:extLst>
          </p:cNvPr>
          <p:cNvSpPr/>
          <p:nvPr/>
        </p:nvSpPr>
        <p:spPr>
          <a:xfrm>
            <a:off x="5187663" y="5874136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D096E3-B264-EF6D-C778-92F387E0671B}"/>
              </a:ext>
            </a:extLst>
          </p:cNvPr>
          <p:cNvSpPr/>
          <p:nvPr/>
        </p:nvSpPr>
        <p:spPr>
          <a:xfrm>
            <a:off x="4584266" y="5863591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7FEC311-7427-195F-0026-5E993956EA57}"/>
              </a:ext>
            </a:extLst>
          </p:cNvPr>
          <p:cNvSpPr/>
          <p:nvPr/>
        </p:nvSpPr>
        <p:spPr>
          <a:xfrm>
            <a:off x="3979797" y="5863592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6901F5-7720-28BF-19DB-651599E9522B}"/>
              </a:ext>
            </a:extLst>
          </p:cNvPr>
          <p:cNvSpPr/>
          <p:nvPr/>
        </p:nvSpPr>
        <p:spPr>
          <a:xfrm>
            <a:off x="3369493" y="5874175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21A2093-F992-BA1C-DA90-EA51B1584925}"/>
              </a:ext>
            </a:extLst>
          </p:cNvPr>
          <p:cNvSpPr/>
          <p:nvPr/>
        </p:nvSpPr>
        <p:spPr>
          <a:xfrm>
            <a:off x="2816163" y="410556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E2C50EC-B0D4-7270-F5A8-6EE541DAFC2E}"/>
              </a:ext>
            </a:extLst>
          </p:cNvPr>
          <p:cNvSpPr/>
          <p:nvPr/>
        </p:nvSpPr>
        <p:spPr>
          <a:xfrm>
            <a:off x="2154720" y="5863593"/>
            <a:ext cx="393405" cy="3934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0273A4-2A3E-AAD2-0AF5-1AFB0DB2E8F8}"/>
              </a:ext>
            </a:extLst>
          </p:cNvPr>
          <p:cNvSpPr txBox="1"/>
          <p:nvPr/>
        </p:nvSpPr>
        <p:spPr>
          <a:xfrm>
            <a:off x="2164429" y="2808699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44B83D-578E-F41B-1C32-ADFBFBB6122C}"/>
              </a:ext>
            </a:extLst>
          </p:cNvPr>
          <p:cNvSpPr txBox="1"/>
          <p:nvPr/>
        </p:nvSpPr>
        <p:spPr>
          <a:xfrm>
            <a:off x="2768898" y="2808699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6F9C29-0611-579E-2B29-8DE221607788}"/>
              </a:ext>
            </a:extLst>
          </p:cNvPr>
          <p:cNvSpPr txBox="1"/>
          <p:nvPr/>
        </p:nvSpPr>
        <p:spPr>
          <a:xfrm>
            <a:off x="3379202" y="2825015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0EAB4D-68DD-C643-89E7-9BC2464107BF}"/>
              </a:ext>
            </a:extLst>
          </p:cNvPr>
          <p:cNvSpPr txBox="1"/>
          <p:nvPr/>
        </p:nvSpPr>
        <p:spPr>
          <a:xfrm>
            <a:off x="3997653" y="2821234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5EFB21-7682-E7D0-7DD7-1812C8B9B50C}"/>
              </a:ext>
            </a:extLst>
          </p:cNvPr>
          <p:cNvSpPr txBox="1"/>
          <p:nvPr/>
        </p:nvSpPr>
        <p:spPr>
          <a:xfrm>
            <a:off x="4631376" y="2808698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298506-1B64-E595-8371-170EC890FFB4}"/>
              </a:ext>
            </a:extLst>
          </p:cNvPr>
          <p:cNvSpPr txBox="1"/>
          <p:nvPr/>
        </p:nvSpPr>
        <p:spPr>
          <a:xfrm>
            <a:off x="5180626" y="282123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E1712E-E069-B0E0-CC98-80008006E3C9}"/>
              </a:ext>
            </a:extLst>
          </p:cNvPr>
          <p:cNvSpPr txBox="1"/>
          <p:nvPr/>
        </p:nvSpPr>
        <p:spPr>
          <a:xfrm>
            <a:off x="5783223" y="2821232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09D3CE-A736-7318-C911-79C736D7FC7F}"/>
              </a:ext>
            </a:extLst>
          </p:cNvPr>
          <p:cNvSpPr txBox="1"/>
          <p:nvPr/>
        </p:nvSpPr>
        <p:spPr>
          <a:xfrm>
            <a:off x="6342933" y="2814965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715586-A9BC-1F4D-3839-159EE9B04EE5}"/>
              </a:ext>
            </a:extLst>
          </p:cNvPr>
          <p:cNvSpPr txBox="1"/>
          <p:nvPr/>
        </p:nvSpPr>
        <p:spPr>
          <a:xfrm>
            <a:off x="6923309" y="280869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FC5B96-F789-D811-D451-D04FC00317A4}"/>
              </a:ext>
            </a:extLst>
          </p:cNvPr>
          <p:cNvSpPr txBox="1"/>
          <p:nvPr/>
        </p:nvSpPr>
        <p:spPr>
          <a:xfrm>
            <a:off x="7707238" y="4110142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DA37D6-C6C7-A5A2-5791-BFB942B64EB4}"/>
              </a:ext>
            </a:extLst>
          </p:cNvPr>
          <p:cNvSpPr txBox="1"/>
          <p:nvPr/>
        </p:nvSpPr>
        <p:spPr>
          <a:xfrm>
            <a:off x="7550410" y="5906401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855585-3D7C-2459-9F74-71D8ED6A564C}"/>
              </a:ext>
            </a:extLst>
          </p:cNvPr>
          <p:cNvSpPr txBox="1"/>
          <p:nvPr/>
        </p:nvSpPr>
        <p:spPr>
          <a:xfrm>
            <a:off x="7599512" y="3404017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A9703-A532-9394-733B-5B181817CB9F}"/>
              </a:ext>
            </a:extLst>
          </p:cNvPr>
          <p:cNvSpPr txBox="1"/>
          <p:nvPr/>
        </p:nvSpPr>
        <p:spPr>
          <a:xfrm>
            <a:off x="2760617" y="8534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IETLM RK4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29AFF7-2464-FE96-3A20-40920B415C75}"/>
              </a:ext>
            </a:extLst>
          </p:cNvPr>
          <p:cNvSpPr txBox="1"/>
          <p:nvPr/>
        </p:nvSpPr>
        <p:spPr>
          <a:xfrm>
            <a:off x="1348495" y="39145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F4470-2415-8D7D-1CE9-B50929B4DDCF}"/>
              </a:ext>
            </a:extLst>
          </p:cNvPr>
          <p:cNvSpPr/>
          <p:nvPr/>
        </p:nvSpPr>
        <p:spPr>
          <a:xfrm>
            <a:off x="3266541" y="3280937"/>
            <a:ext cx="2460942" cy="144748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  <a:prstDash val="solid"/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DA97-C337-B029-ABB9-965AFC802E7B}"/>
              </a:ext>
            </a:extLst>
          </p:cNvPr>
          <p:cNvSpPr/>
          <p:nvPr/>
        </p:nvSpPr>
        <p:spPr>
          <a:xfrm>
            <a:off x="3849471" y="3322716"/>
            <a:ext cx="2438424" cy="155300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  <a:prstDash val="solid"/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010E9-3BA4-0827-7535-113125CA5A0D}"/>
              </a:ext>
            </a:extLst>
          </p:cNvPr>
          <p:cNvSpPr/>
          <p:nvPr/>
        </p:nvSpPr>
        <p:spPr>
          <a:xfrm>
            <a:off x="4484885" y="3123613"/>
            <a:ext cx="2438424" cy="1500878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  <a:prstDash val="solid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398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7FCD-5AC9-6385-CDEB-B6149B2A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F2AE041-B2C0-4666-D763-F1386D3B0E3A}"/>
              </a:ext>
            </a:extLst>
          </p:cNvPr>
          <p:cNvSpPr/>
          <p:nvPr/>
        </p:nvSpPr>
        <p:spPr>
          <a:xfrm>
            <a:off x="680483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4F1222-AB75-5D75-EA65-F1CFE9543231}"/>
              </a:ext>
            </a:extLst>
          </p:cNvPr>
          <p:cNvSpPr/>
          <p:nvPr/>
        </p:nvSpPr>
        <p:spPr>
          <a:xfrm>
            <a:off x="2934588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2EC716-C27A-0250-655C-8C63FF4494FF}"/>
              </a:ext>
            </a:extLst>
          </p:cNvPr>
          <p:cNvSpPr/>
          <p:nvPr/>
        </p:nvSpPr>
        <p:spPr>
          <a:xfrm>
            <a:off x="2450806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15DBBE-8326-18F4-8ECA-A8766AD72940}"/>
              </a:ext>
            </a:extLst>
          </p:cNvPr>
          <p:cNvSpPr/>
          <p:nvPr/>
        </p:nvSpPr>
        <p:spPr>
          <a:xfrm>
            <a:off x="7761776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BDFBE0-48C5-2F90-1A75-556BA8A35CB9}"/>
              </a:ext>
            </a:extLst>
          </p:cNvPr>
          <p:cNvSpPr/>
          <p:nvPr/>
        </p:nvSpPr>
        <p:spPr>
          <a:xfrm>
            <a:off x="1967024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665A21-6791-B887-7EAC-DB454B9B49B8}"/>
              </a:ext>
            </a:extLst>
          </p:cNvPr>
          <p:cNvSpPr/>
          <p:nvPr/>
        </p:nvSpPr>
        <p:spPr>
          <a:xfrm>
            <a:off x="7283311" y="303558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C2615C-616C-852D-DA47-A00047BCCFF5}"/>
              </a:ext>
            </a:extLst>
          </p:cNvPr>
          <p:cNvSpPr/>
          <p:nvPr/>
        </p:nvSpPr>
        <p:spPr>
          <a:xfrm>
            <a:off x="1483242" y="303559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0BAD90-221E-0AB0-A5FA-9B94395AD17B}"/>
              </a:ext>
            </a:extLst>
          </p:cNvPr>
          <p:cNvSpPr/>
          <p:nvPr/>
        </p:nvSpPr>
        <p:spPr>
          <a:xfrm>
            <a:off x="999460" y="303559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186C0F-513C-8D8D-2DAF-85A36EE34569}"/>
              </a:ext>
            </a:extLst>
          </p:cNvPr>
          <p:cNvSpPr/>
          <p:nvPr/>
        </p:nvSpPr>
        <p:spPr>
          <a:xfrm>
            <a:off x="6321057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8E61B6-38A0-9062-40CE-1B6833A446DC}"/>
              </a:ext>
            </a:extLst>
          </p:cNvPr>
          <p:cNvSpPr/>
          <p:nvPr/>
        </p:nvSpPr>
        <p:spPr>
          <a:xfrm>
            <a:off x="5837282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7C791D-8722-839D-074B-0AABB5C7C496}"/>
              </a:ext>
            </a:extLst>
          </p:cNvPr>
          <p:cNvSpPr/>
          <p:nvPr/>
        </p:nvSpPr>
        <p:spPr>
          <a:xfrm>
            <a:off x="5353500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D7BA51-18AC-60EB-72F6-D9F167756392}"/>
              </a:ext>
            </a:extLst>
          </p:cNvPr>
          <p:cNvSpPr/>
          <p:nvPr/>
        </p:nvSpPr>
        <p:spPr>
          <a:xfrm>
            <a:off x="4869718" y="303558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7E7DD2-CD13-509D-2036-C8E29E4034B8}"/>
              </a:ext>
            </a:extLst>
          </p:cNvPr>
          <p:cNvSpPr/>
          <p:nvPr/>
        </p:nvSpPr>
        <p:spPr>
          <a:xfrm>
            <a:off x="4385936" y="3035587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F747D75-1170-304D-4368-E54676BA5241}"/>
              </a:ext>
            </a:extLst>
          </p:cNvPr>
          <p:cNvSpPr/>
          <p:nvPr/>
        </p:nvSpPr>
        <p:spPr>
          <a:xfrm>
            <a:off x="3896835" y="3035588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DBBE9B-0562-FF42-CE49-D6E7D656760B}"/>
              </a:ext>
            </a:extLst>
          </p:cNvPr>
          <p:cNvSpPr/>
          <p:nvPr/>
        </p:nvSpPr>
        <p:spPr>
          <a:xfrm>
            <a:off x="3418370" y="303558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35C989-E20E-5B5B-3F46-ECE626FBE18C}"/>
              </a:ext>
            </a:extLst>
          </p:cNvPr>
          <p:cNvSpPr/>
          <p:nvPr/>
        </p:nvSpPr>
        <p:spPr>
          <a:xfrm>
            <a:off x="680483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A508A2-33E9-6183-0AFB-9D8D0FB7F2A2}"/>
              </a:ext>
            </a:extLst>
          </p:cNvPr>
          <p:cNvSpPr/>
          <p:nvPr/>
        </p:nvSpPr>
        <p:spPr>
          <a:xfrm>
            <a:off x="2934588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2EAF40-0A01-4B46-1757-56E98999DC70}"/>
              </a:ext>
            </a:extLst>
          </p:cNvPr>
          <p:cNvSpPr/>
          <p:nvPr/>
        </p:nvSpPr>
        <p:spPr>
          <a:xfrm>
            <a:off x="2450806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B85F214-8685-5D1A-3FB3-D9091F71994A}"/>
              </a:ext>
            </a:extLst>
          </p:cNvPr>
          <p:cNvSpPr/>
          <p:nvPr/>
        </p:nvSpPr>
        <p:spPr>
          <a:xfrm>
            <a:off x="7761776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18C0C3D-5263-AEA3-9D31-B790BA7252A9}"/>
              </a:ext>
            </a:extLst>
          </p:cNvPr>
          <p:cNvSpPr/>
          <p:nvPr/>
        </p:nvSpPr>
        <p:spPr>
          <a:xfrm>
            <a:off x="1967024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AFFF3F2-30F3-99F9-DA18-31EDAB028B65}"/>
              </a:ext>
            </a:extLst>
          </p:cNvPr>
          <p:cNvSpPr/>
          <p:nvPr/>
        </p:nvSpPr>
        <p:spPr>
          <a:xfrm>
            <a:off x="7283311" y="255003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1A32A6-5623-C023-91B0-7847753E62C2}"/>
              </a:ext>
            </a:extLst>
          </p:cNvPr>
          <p:cNvSpPr/>
          <p:nvPr/>
        </p:nvSpPr>
        <p:spPr>
          <a:xfrm>
            <a:off x="1483242" y="2550036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5D152C7-D391-774F-6D6B-05238882C424}"/>
              </a:ext>
            </a:extLst>
          </p:cNvPr>
          <p:cNvSpPr/>
          <p:nvPr/>
        </p:nvSpPr>
        <p:spPr>
          <a:xfrm>
            <a:off x="999460" y="255004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D3AB45-92E0-BE7F-F8D4-C82CA559C356}"/>
              </a:ext>
            </a:extLst>
          </p:cNvPr>
          <p:cNvSpPr/>
          <p:nvPr/>
        </p:nvSpPr>
        <p:spPr>
          <a:xfrm>
            <a:off x="6321057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08EF91-9E6A-3158-A16C-9412004391C9}"/>
              </a:ext>
            </a:extLst>
          </p:cNvPr>
          <p:cNvSpPr/>
          <p:nvPr/>
        </p:nvSpPr>
        <p:spPr>
          <a:xfrm>
            <a:off x="5837282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C98189-322D-0B38-4C39-BDC75B350399}"/>
              </a:ext>
            </a:extLst>
          </p:cNvPr>
          <p:cNvSpPr/>
          <p:nvPr/>
        </p:nvSpPr>
        <p:spPr>
          <a:xfrm>
            <a:off x="5353500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7E2A69-7100-A70F-225A-D6FDED57FA89}"/>
              </a:ext>
            </a:extLst>
          </p:cNvPr>
          <p:cNvSpPr/>
          <p:nvPr/>
        </p:nvSpPr>
        <p:spPr>
          <a:xfrm>
            <a:off x="4869718" y="255003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0B46A2-2DB2-4F17-E599-4B6D93CD7C91}"/>
              </a:ext>
            </a:extLst>
          </p:cNvPr>
          <p:cNvSpPr/>
          <p:nvPr/>
        </p:nvSpPr>
        <p:spPr>
          <a:xfrm>
            <a:off x="4385936" y="255003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D7EC987-FE49-79BF-EE68-624E94CDEEE4}"/>
              </a:ext>
            </a:extLst>
          </p:cNvPr>
          <p:cNvSpPr/>
          <p:nvPr/>
        </p:nvSpPr>
        <p:spPr>
          <a:xfrm>
            <a:off x="3896835" y="255003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C0CC7C-61D4-9C97-0B95-F75ED0367010}"/>
              </a:ext>
            </a:extLst>
          </p:cNvPr>
          <p:cNvSpPr/>
          <p:nvPr/>
        </p:nvSpPr>
        <p:spPr>
          <a:xfrm>
            <a:off x="3418370" y="2550035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C6E87C-30E2-63DC-C094-DACD3AD3992C}"/>
              </a:ext>
            </a:extLst>
          </p:cNvPr>
          <p:cNvSpPr/>
          <p:nvPr/>
        </p:nvSpPr>
        <p:spPr>
          <a:xfrm>
            <a:off x="680483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625963-E728-045C-93BF-ECEAB7A082E4}"/>
              </a:ext>
            </a:extLst>
          </p:cNvPr>
          <p:cNvSpPr/>
          <p:nvPr/>
        </p:nvSpPr>
        <p:spPr>
          <a:xfrm>
            <a:off x="2934588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25B460-FCFE-2032-DB0F-4B8F0F58CD8C}"/>
              </a:ext>
            </a:extLst>
          </p:cNvPr>
          <p:cNvSpPr/>
          <p:nvPr/>
        </p:nvSpPr>
        <p:spPr>
          <a:xfrm>
            <a:off x="2450806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950F2E-E398-E8CA-09F4-E2BFA3D38A9F}"/>
              </a:ext>
            </a:extLst>
          </p:cNvPr>
          <p:cNvSpPr/>
          <p:nvPr/>
        </p:nvSpPr>
        <p:spPr>
          <a:xfrm>
            <a:off x="7761776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0F0030-57E2-D7B6-2015-9C4E132AC678}"/>
              </a:ext>
            </a:extLst>
          </p:cNvPr>
          <p:cNvSpPr/>
          <p:nvPr/>
        </p:nvSpPr>
        <p:spPr>
          <a:xfrm>
            <a:off x="1967024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8CF2446-4181-ECE2-2BE5-433E8A5F6587}"/>
              </a:ext>
            </a:extLst>
          </p:cNvPr>
          <p:cNvSpPr/>
          <p:nvPr/>
        </p:nvSpPr>
        <p:spPr>
          <a:xfrm>
            <a:off x="7283311" y="352114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5FAB8F7-8B31-ED18-6077-A3FF5D73655A}"/>
              </a:ext>
            </a:extLst>
          </p:cNvPr>
          <p:cNvSpPr/>
          <p:nvPr/>
        </p:nvSpPr>
        <p:spPr>
          <a:xfrm>
            <a:off x="1483242" y="3521154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4854522-55E4-6637-0E64-30FF86DB4964}"/>
              </a:ext>
            </a:extLst>
          </p:cNvPr>
          <p:cNvSpPr/>
          <p:nvPr/>
        </p:nvSpPr>
        <p:spPr>
          <a:xfrm>
            <a:off x="999460" y="3521159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2ED0D2-3F9B-072F-FB52-C8A2E1847F89}"/>
              </a:ext>
            </a:extLst>
          </p:cNvPr>
          <p:cNvSpPr/>
          <p:nvPr/>
        </p:nvSpPr>
        <p:spPr>
          <a:xfrm>
            <a:off x="6321057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936BB2-C5A3-F762-9B55-FB533A6F62F5}"/>
              </a:ext>
            </a:extLst>
          </p:cNvPr>
          <p:cNvSpPr/>
          <p:nvPr/>
        </p:nvSpPr>
        <p:spPr>
          <a:xfrm>
            <a:off x="5837282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2A55FA3-A6C5-E36C-7B28-C30447F5FAC5}"/>
              </a:ext>
            </a:extLst>
          </p:cNvPr>
          <p:cNvSpPr/>
          <p:nvPr/>
        </p:nvSpPr>
        <p:spPr>
          <a:xfrm>
            <a:off x="5353500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08936F6-479D-8E48-C804-EE8B904ED7DD}"/>
              </a:ext>
            </a:extLst>
          </p:cNvPr>
          <p:cNvSpPr/>
          <p:nvPr/>
        </p:nvSpPr>
        <p:spPr>
          <a:xfrm>
            <a:off x="4869718" y="3521150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FEE40F2-CE97-8207-13C9-C3E9CD833226}"/>
              </a:ext>
            </a:extLst>
          </p:cNvPr>
          <p:cNvSpPr/>
          <p:nvPr/>
        </p:nvSpPr>
        <p:spPr>
          <a:xfrm>
            <a:off x="4385936" y="3521151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417E236-53C1-2571-BB00-311A66D8E115}"/>
              </a:ext>
            </a:extLst>
          </p:cNvPr>
          <p:cNvSpPr/>
          <p:nvPr/>
        </p:nvSpPr>
        <p:spPr>
          <a:xfrm>
            <a:off x="3896835" y="3521152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D2D06C1-88D2-AC6E-0DD7-2164C8D2E4F5}"/>
              </a:ext>
            </a:extLst>
          </p:cNvPr>
          <p:cNvSpPr/>
          <p:nvPr/>
        </p:nvSpPr>
        <p:spPr>
          <a:xfrm>
            <a:off x="3418370" y="3521153"/>
            <a:ext cx="393405" cy="3934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1782AD-1320-0396-5EA7-2167120CFFF9}"/>
              </a:ext>
            </a:extLst>
          </p:cNvPr>
          <p:cNvSpPr txBox="1"/>
          <p:nvPr/>
        </p:nvSpPr>
        <p:spPr>
          <a:xfrm>
            <a:off x="1031358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BC48C1-1369-15C9-186A-C373DD7BE4D0}"/>
              </a:ext>
            </a:extLst>
          </p:cNvPr>
          <p:cNvSpPr txBox="1"/>
          <p:nvPr/>
        </p:nvSpPr>
        <p:spPr>
          <a:xfrm>
            <a:off x="1483241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8FFA41-975E-145E-1230-6590292AAD82}"/>
              </a:ext>
            </a:extLst>
          </p:cNvPr>
          <p:cNvSpPr txBox="1"/>
          <p:nvPr/>
        </p:nvSpPr>
        <p:spPr>
          <a:xfrm>
            <a:off x="1961707" y="2226957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929099-E264-9987-CE3A-552F5648AB21}"/>
              </a:ext>
            </a:extLst>
          </p:cNvPr>
          <p:cNvSpPr txBox="1"/>
          <p:nvPr/>
        </p:nvSpPr>
        <p:spPr>
          <a:xfrm>
            <a:off x="2488021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FF797-F5A9-AF4B-CECE-481D59CE6E55}"/>
              </a:ext>
            </a:extLst>
          </p:cNvPr>
          <p:cNvSpPr txBox="1"/>
          <p:nvPr/>
        </p:nvSpPr>
        <p:spPr>
          <a:xfrm>
            <a:off x="2939904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2AC190-FC77-5159-F5EC-EC19CA14740F}"/>
              </a:ext>
            </a:extLst>
          </p:cNvPr>
          <p:cNvSpPr txBox="1"/>
          <p:nvPr/>
        </p:nvSpPr>
        <p:spPr>
          <a:xfrm>
            <a:off x="3418370" y="2226956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03D3F7-FF35-002D-02B3-9F090336F9AF}"/>
              </a:ext>
            </a:extLst>
          </p:cNvPr>
          <p:cNvSpPr txBox="1"/>
          <p:nvPr/>
        </p:nvSpPr>
        <p:spPr>
          <a:xfrm>
            <a:off x="3939369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F2EA4B-F2B9-2F4B-6C52-90CB7369674D}"/>
              </a:ext>
            </a:extLst>
          </p:cNvPr>
          <p:cNvSpPr txBox="1"/>
          <p:nvPr/>
        </p:nvSpPr>
        <p:spPr>
          <a:xfrm>
            <a:off x="4391252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DEC3CF-BA05-1AEE-D060-453FE2A655C8}"/>
              </a:ext>
            </a:extLst>
          </p:cNvPr>
          <p:cNvSpPr txBox="1"/>
          <p:nvPr/>
        </p:nvSpPr>
        <p:spPr>
          <a:xfrm>
            <a:off x="486971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2DAF29-F842-18E8-98B4-C9FC3299E95D}"/>
              </a:ext>
            </a:extLst>
          </p:cNvPr>
          <p:cNvSpPr txBox="1"/>
          <p:nvPr/>
        </p:nvSpPr>
        <p:spPr>
          <a:xfrm>
            <a:off x="5433243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EB7D97-EACB-03FC-4339-38EA056B4A4E}"/>
              </a:ext>
            </a:extLst>
          </p:cNvPr>
          <p:cNvSpPr txBox="1"/>
          <p:nvPr/>
        </p:nvSpPr>
        <p:spPr>
          <a:xfrm>
            <a:off x="5826648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1FA6DC-805A-C4AD-E447-65801D66ECC0}"/>
              </a:ext>
            </a:extLst>
          </p:cNvPr>
          <p:cNvSpPr txBox="1"/>
          <p:nvPr/>
        </p:nvSpPr>
        <p:spPr>
          <a:xfrm>
            <a:off x="6305114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71302C-8E14-65DF-F537-C9129561275D}"/>
              </a:ext>
            </a:extLst>
          </p:cNvPr>
          <p:cNvSpPr txBox="1"/>
          <p:nvPr/>
        </p:nvSpPr>
        <p:spPr>
          <a:xfrm>
            <a:off x="678358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D15743-D155-F903-79C6-6D2CA713633E}"/>
              </a:ext>
            </a:extLst>
          </p:cNvPr>
          <p:cNvSpPr txBox="1"/>
          <p:nvPr/>
        </p:nvSpPr>
        <p:spPr>
          <a:xfrm>
            <a:off x="7283310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4D5384-1696-4A45-35F5-4E68250306C6}"/>
              </a:ext>
            </a:extLst>
          </p:cNvPr>
          <p:cNvSpPr txBox="1"/>
          <p:nvPr/>
        </p:nvSpPr>
        <p:spPr>
          <a:xfrm>
            <a:off x="7761776" y="2226953"/>
            <a:ext cx="393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i+5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56B355-1437-E57B-F8AE-711F93722E2E}"/>
              </a:ext>
            </a:extLst>
          </p:cNvPr>
          <p:cNvSpPr txBox="1"/>
          <p:nvPr/>
        </p:nvSpPr>
        <p:spPr>
          <a:xfrm>
            <a:off x="8259040" y="3078398"/>
            <a:ext cx="242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90E8B5-263F-0A7B-FB95-BB38A38DC8D6}"/>
              </a:ext>
            </a:extLst>
          </p:cNvPr>
          <p:cNvSpPr txBox="1"/>
          <p:nvPr/>
        </p:nvSpPr>
        <p:spPr>
          <a:xfrm>
            <a:off x="8259040" y="3563962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- 𝚫t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0041A1-A4C5-156F-6356-16A041113C48}"/>
              </a:ext>
            </a:extLst>
          </p:cNvPr>
          <p:cNvSpPr txBox="1"/>
          <p:nvPr/>
        </p:nvSpPr>
        <p:spPr>
          <a:xfrm>
            <a:off x="8259040" y="2635659"/>
            <a:ext cx="58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 + 𝚫t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C9088-9443-1822-70A8-3AE405EF3826}"/>
              </a:ext>
            </a:extLst>
          </p:cNvPr>
          <p:cNvSpPr txBox="1"/>
          <p:nvPr/>
        </p:nvSpPr>
        <p:spPr>
          <a:xfrm>
            <a:off x="2238103" y="40930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LETLM CN</a:t>
            </a: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EB561A55-C9B2-C1E6-20D1-8F4F69F81203}"/>
              </a:ext>
            </a:extLst>
          </p:cNvPr>
          <p:cNvSpPr/>
          <p:nvPr/>
        </p:nvSpPr>
        <p:spPr>
          <a:xfrm>
            <a:off x="932811" y="2434839"/>
            <a:ext cx="7274300" cy="1017194"/>
          </a:xfrm>
          <a:custGeom>
            <a:avLst/>
            <a:gdLst>
              <a:gd name="csX0" fmla="*/ 0 w 7274300"/>
              <a:gd name="csY0" fmla="*/ 531640 h 1017194"/>
              <a:gd name="csX1" fmla="*/ 7274300 w 7274300"/>
              <a:gd name="csY1" fmla="*/ 531640 h 1017194"/>
              <a:gd name="csX2" fmla="*/ 7274300 w 7274300"/>
              <a:gd name="csY2" fmla="*/ 1017194 h 1017194"/>
              <a:gd name="csX3" fmla="*/ 0 w 7274300"/>
              <a:gd name="csY3" fmla="*/ 1017194 h 1017194"/>
              <a:gd name="csX4" fmla="*/ 4394108 w 7274300"/>
              <a:gd name="csY4" fmla="*/ 0 h 1017194"/>
              <a:gd name="csX5" fmla="*/ 4845376 w 7274300"/>
              <a:gd name="csY5" fmla="*/ 0 h 1017194"/>
              <a:gd name="csX6" fmla="*/ 4845376 w 7274300"/>
              <a:gd name="csY6" fmla="*/ 531633 h 1017194"/>
              <a:gd name="csX7" fmla="*/ 4394108 w 7274300"/>
              <a:gd name="csY7" fmla="*/ 531633 h 1017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74300" h="1017194">
                <a:moveTo>
                  <a:pt x="0" y="531640"/>
                </a:moveTo>
                <a:lnTo>
                  <a:pt x="7274300" y="531640"/>
                </a:lnTo>
                <a:lnTo>
                  <a:pt x="7274300" y="1017194"/>
                </a:lnTo>
                <a:lnTo>
                  <a:pt x="0" y="1017194"/>
                </a:lnTo>
                <a:close/>
                <a:moveTo>
                  <a:pt x="4394108" y="0"/>
                </a:moveTo>
                <a:lnTo>
                  <a:pt x="4845376" y="0"/>
                </a:lnTo>
                <a:lnTo>
                  <a:pt x="4845376" y="531633"/>
                </a:lnTo>
                <a:lnTo>
                  <a:pt x="4394108" y="531633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56F11E5-E91D-C903-55C6-84234F63F70F}"/>
              </a:ext>
            </a:extLst>
          </p:cNvPr>
          <p:cNvSpPr/>
          <p:nvPr/>
        </p:nvSpPr>
        <p:spPr>
          <a:xfrm>
            <a:off x="4342168" y="2457875"/>
            <a:ext cx="1962945" cy="1063274"/>
          </a:xfrm>
          <a:prstGeom prst="rect">
            <a:avLst/>
          </a:prstGeom>
          <a:noFill/>
          <a:ln>
            <a:solidFill>
              <a:srgbClr val="211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14F4"/>
              </a:solidFill>
            </a:endParaRP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81566D5A-0BDA-DBD9-10FB-507345FEEC0F}"/>
              </a:ext>
            </a:extLst>
          </p:cNvPr>
          <p:cNvSpPr/>
          <p:nvPr/>
        </p:nvSpPr>
        <p:spPr>
          <a:xfrm>
            <a:off x="4290240" y="2457874"/>
            <a:ext cx="2014874" cy="1512708"/>
          </a:xfrm>
          <a:custGeom>
            <a:avLst/>
            <a:gdLst>
              <a:gd name="csX0" fmla="*/ 972883 w 2014874"/>
              <a:gd name="csY0" fmla="*/ 0 h 1512708"/>
              <a:gd name="csX1" fmla="*/ 1536408 w 2014874"/>
              <a:gd name="csY1" fmla="*/ 0 h 1512708"/>
              <a:gd name="csX2" fmla="*/ 1536408 w 2014874"/>
              <a:gd name="csY2" fmla="*/ 485561 h 1512708"/>
              <a:gd name="csX3" fmla="*/ 2014874 w 2014874"/>
              <a:gd name="csY3" fmla="*/ 485561 h 1512708"/>
              <a:gd name="csX4" fmla="*/ 2014874 w 2014874"/>
              <a:gd name="csY4" fmla="*/ 1512708 h 1512708"/>
              <a:gd name="csX5" fmla="*/ 0 w 2014874"/>
              <a:gd name="csY5" fmla="*/ 1512708 h 1512708"/>
              <a:gd name="csX6" fmla="*/ 0 w 2014874"/>
              <a:gd name="csY6" fmla="*/ 485561 h 1512708"/>
              <a:gd name="csX7" fmla="*/ 972883 w 2014874"/>
              <a:gd name="csY7" fmla="*/ 485561 h 1512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14874" h="1512708">
                <a:moveTo>
                  <a:pt x="972883" y="0"/>
                </a:moveTo>
                <a:lnTo>
                  <a:pt x="1536408" y="0"/>
                </a:lnTo>
                <a:lnTo>
                  <a:pt x="1536408" y="485561"/>
                </a:lnTo>
                <a:lnTo>
                  <a:pt x="2014874" y="485561"/>
                </a:lnTo>
                <a:lnTo>
                  <a:pt x="2014874" y="1512708"/>
                </a:lnTo>
                <a:lnTo>
                  <a:pt x="0" y="1512708"/>
                </a:lnTo>
                <a:lnTo>
                  <a:pt x="0" y="485561"/>
                </a:lnTo>
                <a:lnTo>
                  <a:pt x="972883" y="485561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F0D3322-D95C-5E5B-24D8-096CB8FA5244}"/>
                  </a:ext>
                </a:extLst>
              </p14:cNvPr>
              <p14:cNvContentPartPr/>
              <p14:nvPr/>
            </p14:nvContentPartPr>
            <p14:xfrm>
              <a:off x="5166005" y="2259160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F0D3322-D95C-5E5B-24D8-096CB8FA52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7005" y="22501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65B1639-65AD-6DA8-C6FE-753FAB1CB29E}"/>
                  </a:ext>
                </a:extLst>
              </p14:cNvPr>
              <p14:cNvContentPartPr/>
              <p14:nvPr/>
            </p14:nvContentPartPr>
            <p14:xfrm>
              <a:off x="4001405" y="4265890"/>
              <a:ext cx="36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65B1639-65AD-6DA8-C6FE-753FAB1CB2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2405" y="425689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Snip Single Corner Rectangle 77">
            <a:extLst>
              <a:ext uri="{FF2B5EF4-FFF2-40B4-BE49-F238E27FC236}">
                <a16:creationId xmlns:a16="http://schemas.microsoft.com/office/drawing/2014/main" id="{B309FB33-146E-7182-D5DC-857E3E8C26C1}"/>
              </a:ext>
            </a:extLst>
          </p:cNvPr>
          <p:cNvSpPr/>
          <p:nvPr/>
        </p:nvSpPr>
        <p:spPr>
          <a:xfrm>
            <a:off x="3518452" y="1053548"/>
            <a:ext cx="1051509" cy="563217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F70BDA0-CA34-B6F4-96BD-95C73C266C7D}"/>
                  </a:ext>
                </a:extLst>
              </p14:cNvPr>
              <p14:cNvContentPartPr/>
              <p14:nvPr/>
            </p14:nvContentPartPr>
            <p14:xfrm>
              <a:off x="5409365" y="2954300"/>
              <a:ext cx="345600" cy="234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F70BDA0-CA34-B6F4-96BD-95C73C266C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0725" y="2945660"/>
                <a:ext cx="363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AD16E94-0F71-192A-613D-576E726A5B47}"/>
                  </a:ext>
                </a:extLst>
              </p14:cNvPr>
              <p14:cNvContentPartPr/>
              <p14:nvPr/>
            </p14:nvContentPartPr>
            <p14:xfrm>
              <a:off x="5483885" y="2960780"/>
              <a:ext cx="133560" cy="21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AD16E94-0F71-192A-613D-576E726A5B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75245" y="2951780"/>
                <a:ext cx="151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78C336B-44C1-9550-71BA-07A19C75E8C8}"/>
                  </a:ext>
                </a:extLst>
              </p14:cNvPr>
              <p14:cNvContentPartPr/>
              <p14:nvPr/>
            </p14:nvContentPartPr>
            <p14:xfrm>
              <a:off x="5350685" y="2935580"/>
              <a:ext cx="88560" cy="56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78C336B-44C1-9550-71BA-07A19C75E8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1685" y="2926940"/>
                <a:ext cx="1062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4EA8D78-A436-ACFC-119D-941ADE3BE82D}"/>
                  </a:ext>
                </a:extLst>
              </p14:cNvPr>
              <p14:cNvContentPartPr/>
              <p14:nvPr/>
            </p14:nvContentPartPr>
            <p14:xfrm>
              <a:off x="5547605" y="2920820"/>
              <a:ext cx="207720" cy="763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4EA8D78-A436-ACFC-119D-941ADE3BE82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8965" y="2911820"/>
                <a:ext cx="225360" cy="93960"/>
              </a:xfrm>
              <a:prstGeom prst="rect">
                <a:avLst/>
              </a:prstGeom>
            </p:spPr>
          </p:pic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FB8CB86D-3A66-F784-0E48-D515059116E1}"/>
              </a:ext>
            </a:extLst>
          </p:cNvPr>
          <p:cNvSpPr txBox="1"/>
          <p:nvPr/>
        </p:nvSpPr>
        <p:spPr>
          <a:xfrm>
            <a:off x="1114926" y="3970582"/>
            <a:ext cx="676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14F4"/>
                </a:solidFill>
              </a:rPr>
              <a:t>Crank-Nicolson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Runge-Kutta 4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Adams-Bashforth</a:t>
            </a:r>
          </a:p>
        </p:txBody>
      </p:sp>
    </p:spTree>
    <p:extLst>
      <p:ext uri="{BB962C8B-B14F-4D97-AF65-F5344CB8AC3E}">
        <p14:creationId xmlns:p14="http://schemas.microsoft.com/office/powerpoint/2010/main" val="49507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33074</TotalTime>
  <Words>482</Words>
  <Application>Microsoft Macintosh PowerPoint</Application>
  <PresentationFormat>Widescreen</PresentationFormat>
  <Paragraphs>242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Miles-Fine</dc:creator>
  <cp:lastModifiedBy>Isaac Miles-Fine</cp:lastModifiedBy>
  <cp:revision>10</cp:revision>
  <dcterms:created xsi:type="dcterms:W3CDTF">2026-07-16T01:30:47Z</dcterms:created>
  <dcterms:modified xsi:type="dcterms:W3CDTF">2026-10-13T07:43:06Z</dcterms:modified>
</cp:coreProperties>
</file>